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82" r:id="rId32"/>
    <p:sldId id="283" r:id="rId33"/>
    <p:sldId id="284" r:id="rId34"/>
    <p:sldId id="285" r:id="rId35"/>
    <p:sldId id="286" r:id="rId36"/>
  </p:sldIdLst>
  <p:sldSz cx="9880600" cy="6858000"/>
  <p:notesSz cx="6858000" cy="9144000"/>
  <p:embeddedFontLst>
    <p:embeddedFont>
      <p:font typeface="Arimo" panose="020B0604020202020204" charset="0"/>
      <p:regular r:id="rId38"/>
    </p:embeddedFont>
    <p:embeddedFont>
      <p:font typeface="Calibri (MS)" panose="020B0604020202020204" charset="0"/>
      <p:regular r:id="rId39"/>
    </p:embeddedFont>
    <p:embeddedFont>
      <p:font typeface="Calibri (MS) Bold" panose="020B0604020202020204" charset="0"/>
      <p:regular r:id="rId40"/>
    </p:embeddedFont>
    <p:embeddedFont>
      <p:font typeface="Cambria" panose="02040503050406030204" pitchFamily="18" charset="0"/>
      <p:regular r:id="rId41"/>
      <p:bold r:id="rId42"/>
      <p:italic r:id="rId43"/>
      <p:boldItalic r:id="rId44"/>
    </p:embeddedFont>
    <p:embeddedFont>
      <p:font typeface="Cambria Bold" panose="02040803050406030204" pitchFamily="18" charset="0"/>
      <p:regular r:id="rId45"/>
      <p:bold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41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93EB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93E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879-4336-9C43-89655DE891F0}"/>
              </c:ext>
            </c:extLst>
          </c:dPt>
          <c:dPt>
            <c:idx val="1"/>
            <c:invertIfNegative val="0"/>
            <c:bubble3D val="0"/>
            <c:spPr>
              <a:solidFill>
                <a:srgbClr val="AAB9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879-4336-9C43-89655DE891F0}"/>
              </c:ext>
            </c:extLst>
          </c:dPt>
          <c:dPt>
            <c:idx val="2"/>
            <c:invertIfNegative val="0"/>
            <c:bubble3D val="0"/>
            <c:spPr>
              <a:solidFill>
                <a:srgbClr val="AAB9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879-4336-9C43-89655DE891F0}"/>
              </c:ext>
            </c:extLst>
          </c:dPt>
          <c:dPt>
            <c:idx val="3"/>
            <c:invertIfNegative val="0"/>
            <c:bubble3D val="0"/>
            <c:spPr>
              <a:solidFill>
                <a:srgbClr val="AAB9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879-4336-9C43-89655DE891F0}"/>
              </c:ext>
            </c:extLst>
          </c:dPt>
          <c:dPt>
            <c:idx val="4"/>
            <c:invertIfNegative val="0"/>
            <c:bubble3D val="0"/>
            <c:spPr>
              <a:solidFill>
                <a:srgbClr val="AAB9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879-4336-9C43-89655DE891F0}"/>
              </c:ext>
            </c:extLst>
          </c:dPt>
          <c:dPt>
            <c:idx val="5"/>
            <c:invertIfNegative val="0"/>
            <c:bubble3D val="0"/>
            <c:spPr>
              <a:solidFill>
                <a:srgbClr val="AAB9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879-4336-9C43-89655DE891F0}"/>
              </c:ext>
            </c:extLst>
          </c:dPt>
          <c:dPt>
            <c:idx val="6"/>
            <c:invertIfNegative val="0"/>
            <c:bubble3D val="0"/>
            <c:spPr>
              <a:solidFill>
                <a:srgbClr val="AAB9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879-4336-9C43-89655DE891F0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Gradient Boosting</c:v>
                </c:pt>
                <c:pt idx="1">
                  <c:v>XGBoost</c:v>
                </c:pt>
                <c:pt idx="2">
                  <c:v>Logistic Regression</c:v>
                </c:pt>
                <c:pt idx="3">
                  <c:v>Random Forest</c:v>
                </c:pt>
                <c:pt idx="4">
                  <c:v>SVM-RBF</c:v>
                </c:pt>
                <c:pt idx="5">
                  <c:v>KNN</c:v>
                </c:pt>
                <c:pt idx="6">
                  <c:v>Decision Tree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0.90900000000000003</c:v>
                </c:pt>
                <c:pt idx="1">
                  <c:v>0.89900000000000002</c:v>
                </c:pt>
                <c:pt idx="2">
                  <c:v>0.90300000000000002</c:v>
                </c:pt>
                <c:pt idx="3">
                  <c:v>0.877</c:v>
                </c:pt>
                <c:pt idx="4">
                  <c:v>0.871</c:v>
                </c:pt>
                <c:pt idx="5">
                  <c:v>0.87</c:v>
                </c:pt>
                <c:pt idx="6">
                  <c:v>0.77200000000000002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879-4336-9C43-89655DE891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AAB9E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8EC-457D-BEB7-6D498C3B1D65}"/>
              </c:ext>
            </c:extLst>
          </c:dPt>
          <c:dPt>
            <c:idx val="1"/>
            <c:invertIfNegative val="0"/>
            <c:bubble3D val="0"/>
            <c:spPr>
              <a:solidFill>
                <a:srgbClr val="AAB9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EC-457D-BEB7-6D498C3B1D65}"/>
              </c:ext>
            </c:extLst>
          </c:dPt>
          <c:dPt>
            <c:idx val="2"/>
            <c:invertIfNegative val="0"/>
            <c:bubble3D val="0"/>
            <c:spPr>
              <a:solidFill>
                <a:srgbClr val="AAB9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8EC-457D-BEB7-6D498C3B1D65}"/>
              </c:ext>
            </c:extLst>
          </c:dPt>
          <c:dPt>
            <c:idx val="3"/>
            <c:invertIfNegative val="0"/>
            <c:bubble3D val="0"/>
            <c:spPr>
              <a:solidFill>
                <a:srgbClr val="AAB9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8EC-457D-BEB7-6D498C3B1D6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8EC-457D-BEB7-6D498C3B1D65}"/>
              </c:ext>
            </c:extLst>
          </c:dPt>
          <c:dPt>
            <c:idx val="5"/>
            <c:invertIfNegative val="0"/>
            <c:bubble3D val="0"/>
            <c:spPr>
              <a:solidFill>
                <a:srgbClr val="AAB9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8EC-457D-BEB7-6D498C3B1D65}"/>
              </c:ext>
            </c:extLst>
          </c:dPt>
          <c:dPt>
            <c:idx val="6"/>
            <c:invertIfNegative val="0"/>
            <c:bubble3D val="0"/>
            <c:spPr>
              <a:solidFill>
                <a:srgbClr val="AAB9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8EC-457D-BEB7-6D498C3B1D65}"/>
              </c:ext>
            </c:extLst>
          </c:dPt>
          <c:dLbls>
            <c:dLbl>
              <c:idx val="5"/>
              <c:tx>
                <c:rich>
                  <a:bodyPr/>
                  <a:lstStyle/>
                  <a:p>
                    <a:fld id="{B415A61C-9A80-44BA-8314-63C500591814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78EC-457D-BEB7-6D498C3B1D6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0.765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78EC-457D-BEB7-6D498C3B1D65}"/>
                </c:ext>
              </c:extLst>
            </c:dLbl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Gradient Boosting</c:v>
                </c:pt>
                <c:pt idx="1">
                  <c:v>XGBoost</c:v>
                </c:pt>
                <c:pt idx="2">
                  <c:v>Logistic Regression</c:v>
                </c:pt>
                <c:pt idx="3">
                  <c:v>Random Forest</c:v>
                </c:pt>
                <c:pt idx="4">
                  <c:v>SVM-RBF</c:v>
                </c:pt>
                <c:pt idx="5">
                  <c:v>KNN</c:v>
                </c:pt>
                <c:pt idx="6">
                  <c:v>Decision Tree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0.93100000000000005</c:v>
                </c:pt>
                <c:pt idx="1">
                  <c:v>0.91200000000000003</c:v>
                </c:pt>
                <c:pt idx="2">
                  <c:v>0.91200000000000003</c:v>
                </c:pt>
                <c:pt idx="3">
                  <c:v>0.873</c:v>
                </c:pt>
                <c:pt idx="4">
                  <c:v>0.86299999999999999</c:v>
                </c:pt>
                <c:pt idx="5">
                  <c:v>0.85299999999999998</c:v>
                </c:pt>
                <c:pt idx="6">
                  <c:v>0.76500000000000001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8EC-457D-BEB7-6D498C3B1D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BB9814-F7C5-423A-80B0-3A26DFEF5482}" type="doc">
      <dgm:prSet loTypeId="urn:microsoft.com/office/officeart/2005/8/layout/architecture" loCatId="hierarchy" qsTypeId="urn:microsoft.com/office/officeart/2005/8/quickstyle/simple5" qsCatId="simple" csTypeId="urn:microsoft.com/office/officeart/2005/8/colors/accent1_5" csCatId="accent1"/>
      <dgm:spPr/>
      <dgm:t>
        <a:bodyPr/>
        <a:lstStyle/>
        <a:p>
          <a:endParaRPr lang="en-US"/>
        </a:p>
      </dgm:t>
    </dgm:pt>
    <dgm:pt modelId="{80BC6469-1445-4610-960F-70538434B922}">
      <dgm:prSet/>
      <dgm:spPr/>
      <dgm:t>
        <a:bodyPr/>
        <a:lstStyle/>
        <a:p>
          <a:r>
            <a:rPr lang="en-US"/>
            <a:t>Test Accuracy: 0.75                                  </a:t>
          </a:r>
        </a:p>
      </dgm:t>
    </dgm:pt>
    <dgm:pt modelId="{5DA785E3-DCEC-45CB-839E-4825260FD945}" type="parTrans" cxnId="{BEADA1FD-2469-4984-A68F-D0E6E77F61D4}">
      <dgm:prSet/>
      <dgm:spPr/>
      <dgm:t>
        <a:bodyPr/>
        <a:lstStyle/>
        <a:p>
          <a:endParaRPr lang="en-US"/>
        </a:p>
      </dgm:t>
    </dgm:pt>
    <dgm:pt modelId="{6AA517D8-6A86-469F-85A4-22A2526D1027}" type="sibTrans" cxnId="{BEADA1FD-2469-4984-A68F-D0E6E77F61D4}">
      <dgm:prSet/>
      <dgm:spPr/>
      <dgm:t>
        <a:bodyPr/>
        <a:lstStyle/>
        <a:p>
          <a:endParaRPr lang="en-US"/>
        </a:p>
      </dgm:t>
    </dgm:pt>
    <dgm:pt modelId="{14E39F8E-8E19-4ECA-A6C4-9C91EAFA1C1E}">
      <dgm:prSet/>
      <dgm:spPr/>
      <dgm:t>
        <a:bodyPr/>
        <a:lstStyle/>
        <a:p>
          <a:r>
            <a:rPr lang="en-US" dirty="0"/>
            <a:t>Test Precision: 0.78</a:t>
          </a:r>
        </a:p>
      </dgm:t>
    </dgm:pt>
    <dgm:pt modelId="{DBFFD87F-8840-4760-A374-0BDFBB5666C3}" type="parTrans" cxnId="{78752AB1-FD22-4BED-BB38-A3ED2A9DC47E}">
      <dgm:prSet/>
      <dgm:spPr/>
      <dgm:t>
        <a:bodyPr/>
        <a:lstStyle/>
        <a:p>
          <a:endParaRPr lang="en-US"/>
        </a:p>
      </dgm:t>
    </dgm:pt>
    <dgm:pt modelId="{0B71FF87-100C-4244-AB5E-4A661BFBF74C}" type="sibTrans" cxnId="{78752AB1-FD22-4BED-BB38-A3ED2A9DC47E}">
      <dgm:prSet/>
      <dgm:spPr/>
      <dgm:t>
        <a:bodyPr/>
        <a:lstStyle/>
        <a:p>
          <a:endParaRPr lang="en-US"/>
        </a:p>
      </dgm:t>
    </dgm:pt>
    <dgm:pt modelId="{EC398440-80E6-4764-B4C1-0E69C697164D}">
      <dgm:prSet/>
      <dgm:spPr/>
      <dgm:t>
        <a:bodyPr/>
        <a:lstStyle/>
        <a:p>
          <a:r>
            <a:rPr lang="en-US" dirty="0"/>
            <a:t>Test Recall: 0.7647              </a:t>
          </a:r>
        </a:p>
      </dgm:t>
    </dgm:pt>
    <dgm:pt modelId="{B8D55FF3-C69C-4182-9F90-1AE278149322}" type="parTrans" cxnId="{55B65740-7185-41C3-9A74-D432A6CD4095}">
      <dgm:prSet/>
      <dgm:spPr/>
      <dgm:t>
        <a:bodyPr/>
        <a:lstStyle/>
        <a:p>
          <a:endParaRPr lang="en-US"/>
        </a:p>
      </dgm:t>
    </dgm:pt>
    <dgm:pt modelId="{B74EFC80-13AC-43BA-8051-11A446917F70}" type="sibTrans" cxnId="{55B65740-7185-41C3-9A74-D432A6CD4095}">
      <dgm:prSet/>
      <dgm:spPr/>
      <dgm:t>
        <a:bodyPr/>
        <a:lstStyle/>
        <a:p>
          <a:endParaRPr lang="en-US"/>
        </a:p>
      </dgm:t>
    </dgm:pt>
    <dgm:pt modelId="{39F50DF8-C957-47C8-B45A-78A7BE57A469}">
      <dgm:prSet/>
      <dgm:spPr/>
      <dgm:t>
        <a:bodyPr/>
        <a:lstStyle/>
        <a:p>
          <a:r>
            <a:rPr lang="en-US"/>
            <a:t>Test F1: 0.772</a:t>
          </a:r>
        </a:p>
      </dgm:t>
    </dgm:pt>
    <dgm:pt modelId="{D48AE3A2-9C9E-4994-A3EB-F2C89253817A}" type="parTrans" cxnId="{6BF3CF74-D52F-4BA7-AFB2-ABEAC19B715C}">
      <dgm:prSet/>
      <dgm:spPr/>
      <dgm:t>
        <a:bodyPr/>
        <a:lstStyle/>
        <a:p>
          <a:endParaRPr lang="en-US"/>
        </a:p>
      </dgm:t>
    </dgm:pt>
    <dgm:pt modelId="{4A336C67-A992-4FF6-9CF1-029B02076A79}" type="sibTrans" cxnId="{6BF3CF74-D52F-4BA7-AFB2-ABEAC19B715C}">
      <dgm:prSet/>
      <dgm:spPr/>
      <dgm:t>
        <a:bodyPr/>
        <a:lstStyle/>
        <a:p>
          <a:endParaRPr lang="en-US"/>
        </a:p>
      </dgm:t>
    </dgm:pt>
    <dgm:pt modelId="{080FF298-98F6-4EF7-97D2-1C58756D8FE7}">
      <dgm:prSet/>
      <dgm:spPr/>
      <dgm:t>
        <a:bodyPr/>
        <a:lstStyle/>
        <a:p>
          <a:r>
            <a:rPr lang="en-US"/>
            <a:t>DT ROC-AUC: 0.748</a:t>
          </a:r>
        </a:p>
      </dgm:t>
    </dgm:pt>
    <dgm:pt modelId="{90587489-41D1-4C46-8A0B-287319AD234B}" type="parTrans" cxnId="{EBED473B-55D5-46E5-889E-7D46A14FF769}">
      <dgm:prSet/>
      <dgm:spPr/>
      <dgm:t>
        <a:bodyPr/>
        <a:lstStyle/>
        <a:p>
          <a:endParaRPr lang="en-US"/>
        </a:p>
      </dgm:t>
    </dgm:pt>
    <dgm:pt modelId="{074D7B78-ADDE-4086-A905-D57380CFE00C}" type="sibTrans" cxnId="{EBED473B-55D5-46E5-889E-7D46A14FF769}">
      <dgm:prSet/>
      <dgm:spPr/>
      <dgm:t>
        <a:bodyPr/>
        <a:lstStyle/>
        <a:p>
          <a:endParaRPr lang="en-US"/>
        </a:p>
      </dgm:t>
    </dgm:pt>
    <dgm:pt modelId="{55BE6A6E-A262-4AB4-88BB-0373E88157F3}" type="pres">
      <dgm:prSet presAssocID="{B8BB9814-F7C5-423A-80B0-3A26DFEF548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56E8910-5309-4BCC-93F9-68DFAB4B845A}" type="pres">
      <dgm:prSet presAssocID="{80BC6469-1445-4610-960F-70538434B922}" presName="vertOne" presStyleCnt="0"/>
      <dgm:spPr/>
    </dgm:pt>
    <dgm:pt modelId="{84A61292-BEC5-4842-9439-7EF16CEEBC73}" type="pres">
      <dgm:prSet presAssocID="{80BC6469-1445-4610-960F-70538434B922}" presName="txOne" presStyleLbl="node0" presStyleIdx="0" presStyleCnt="5">
        <dgm:presLayoutVars>
          <dgm:chPref val="3"/>
        </dgm:presLayoutVars>
      </dgm:prSet>
      <dgm:spPr/>
    </dgm:pt>
    <dgm:pt modelId="{1B8509F5-1EB6-4CAF-BB7B-0CFBEE296A35}" type="pres">
      <dgm:prSet presAssocID="{80BC6469-1445-4610-960F-70538434B922}" presName="horzOne" presStyleCnt="0"/>
      <dgm:spPr/>
    </dgm:pt>
    <dgm:pt modelId="{4C87ECFC-7936-4588-A37C-B19B09E72960}" type="pres">
      <dgm:prSet presAssocID="{6AA517D8-6A86-469F-85A4-22A2526D1027}" presName="sibSpaceOne" presStyleCnt="0"/>
      <dgm:spPr/>
    </dgm:pt>
    <dgm:pt modelId="{81DF254D-B454-4E16-93B5-ABBF8304F2FD}" type="pres">
      <dgm:prSet presAssocID="{14E39F8E-8E19-4ECA-A6C4-9C91EAFA1C1E}" presName="vertOne" presStyleCnt="0"/>
      <dgm:spPr/>
    </dgm:pt>
    <dgm:pt modelId="{DEF29E38-37C0-446C-871B-92D0C2DD7292}" type="pres">
      <dgm:prSet presAssocID="{14E39F8E-8E19-4ECA-A6C4-9C91EAFA1C1E}" presName="txOne" presStyleLbl="node0" presStyleIdx="1" presStyleCnt="5">
        <dgm:presLayoutVars>
          <dgm:chPref val="3"/>
        </dgm:presLayoutVars>
      </dgm:prSet>
      <dgm:spPr/>
    </dgm:pt>
    <dgm:pt modelId="{B4AB1FFE-D476-4143-ADE9-8EBE30805674}" type="pres">
      <dgm:prSet presAssocID="{14E39F8E-8E19-4ECA-A6C4-9C91EAFA1C1E}" presName="horzOne" presStyleCnt="0"/>
      <dgm:spPr/>
    </dgm:pt>
    <dgm:pt modelId="{BB7C231E-9529-43E1-8895-C77EC8F38372}" type="pres">
      <dgm:prSet presAssocID="{0B71FF87-100C-4244-AB5E-4A661BFBF74C}" presName="sibSpaceOne" presStyleCnt="0"/>
      <dgm:spPr/>
    </dgm:pt>
    <dgm:pt modelId="{E26707CC-9623-4045-BCC5-DC05827AC159}" type="pres">
      <dgm:prSet presAssocID="{EC398440-80E6-4764-B4C1-0E69C697164D}" presName="vertOne" presStyleCnt="0"/>
      <dgm:spPr/>
    </dgm:pt>
    <dgm:pt modelId="{26DD5604-8471-4F74-9E8B-16FF653C2557}" type="pres">
      <dgm:prSet presAssocID="{EC398440-80E6-4764-B4C1-0E69C697164D}" presName="txOne" presStyleLbl="node0" presStyleIdx="2" presStyleCnt="5">
        <dgm:presLayoutVars>
          <dgm:chPref val="3"/>
        </dgm:presLayoutVars>
      </dgm:prSet>
      <dgm:spPr/>
    </dgm:pt>
    <dgm:pt modelId="{034DA089-7672-4322-8426-9E7F05D9DAE4}" type="pres">
      <dgm:prSet presAssocID="{EC398440-80E6-4764-B4C1-0E69C697164D}" presName="horzOne" presStyleCnt="0"/>
      <dgm:spPr/>
    </dgm:pt>
    <dgm:pt modelId="{C2CE1088-B9D0-49F5-94AF-24D04E4E28C2}" type="pres">
      <dgm:prSet presAssocID="{B74EFC80-13AC-43BA-8051-11A446917F70}" presName="sibSpaceOne" presStyleCnt="0"/>
      <dgm:spPr/>
    </dgm:pt>
    <dgm:pt modelId="{983DC55B-14BF-4ADC-89E6-528837B61EE8}" type="pres">
      <dgm:prSet presAssocID="{39F50DF8-C957-47C8-B45A-78A7BE57A469}" presName="vertOne" presStyleCnt="0"/>
      <dgm:spPr/>
    </dgm:pt>
    <dgm:pt modelId="{1D0F3509-30CB-4FFF-8CA9-FBB960B920DE}" type="pres">
      <dgm:prSet presAssocID="{39F50DF8-C957-47C8-B45A-78A7BE57A469}" presName="txOne" presStyleLbl="node0" presStyleIdx="3" presStyleCnt="5" custLinFactNeighborY="694">
        <dgm:presLayoutVars>
          <dgm:chPref val="3"/>
        </dgm:presLayoutVars>
      </dgm:prSet>
      <dgm:spPr/>
    </dgm:pt>
    <dgm:pt modelId="{F7F73344-AD40-4821-A2BE-3A2CBBF5B8BE}" type="pres">
      <dgm:prSet presAssocID="{39F50DF8-C957-47C8-B45A-78A7BE57A469}" presName="horzOne" presStyleCnt="0"/>
      <dgm:spPr/>
    </dgm:pt>
    <dgm:pt modelId="{C2141431-FC0F-4B3B-AEFD-D192E09F420E}" type="pres">
      <dgm:prSet presAssocID="{4A336C67-A992-4FF6-9CF1-029B02076A79}" presName="sibSpaceOne" presStyleCnt="0"/>
      <dgm:spPr/>
    </dgm:pt>
    <dgm:pt modelId="{B0AAA23E-770D-4D71-9FE0-381F8FC26C55}" type="pres">
      <dgm:prSet presAssocID="{080FF298-98F6-4EF7-97D2-1C58756D8FE7}" presName="vertOne" presStyleCnt="0"/>
      <dgm:spPr/>
    </dgm:pt>
    <dgm:pt modelId="{274117A1-2718-4093-891A-9A30A8D0AD5A}" type="pres">
      <dgm:prSet presAssocID="{080FF298-98F6-4EF7-97D2-1C58756D8FE7}" presName="txOne" presStyleLbl="node0" presStyleIdx="4" presStyleCnt="5">
        <dgm:presLayoutVars>
          <dgm:chPref val="3"/>
        </dgm:presLayoutVars>
      </dgm:prSet>
      <dgm:spPr/>
    </dgm:pt>
    <dgm:pt modelId="{55FA213F-1341-40D4-8EE5-D3657593415C}" type="pres">
      <dgm:prSet presAssocID="{080FF298-98F6-4EF7-97D2-1C58756D8FE7}" presName="horzOne" presStyleCnt="0"/>
      <dgm:spPr/>
    </dgm:pt>
  </dgm:ptLst>
  <dgm:cxnLst>
    <dgm:cxn modelId="{196D702A-470F-4BF4-8030-80D0C39F17B2}" type="presOf" srcId="{EC398440-80E6-4764-B4C1-0E69C697164D}" destId="{26DD5604-8471-4F74-9E8B-16FF653C2557}" srcOrd="0" destOrd="0" presId="urn:microsoft.com/office/officeart/2005/8/layout/architecture"/>
    <dgm:cxn modelId="{4864AD35-21C0-4ABD-AC6B-2B7856880FF5}" type="presOf" srcId="{B8BB9814-F7C5-423A-80B0-3A26DFEF5482}" destId="{55BE6A6E-A262-4AB4-88BB-0373E88157F3}" srcOrd="0" destOrd="0" presId="urn:microsoft.com/office/officeart/2005/8/layout/architecture"/>
    <dgm:cxn modelId="{EBED473B-55D5-46E5-889E-7D46A14FF769}" srcId="{B8BB9814-F7C5-423A-80B0-3A26DFEF5482}" destId="{080FF298-98F6-4EF7-97D2-1C58756D8FE7}" srcOrd="4" destOrd="0" parTransId="{90587489-41D1-4C46-8A0B-287319AD234B}" sibTransId="{074D7B78-ADDE-4086-A905-D57380CFE00C}"/>
    <dgm:cxn modelId="{55B65740-7185-41C3-9A74-D432A6CD4095}" srcId="{B8BB9814-F7C5-423A-80B0-3A26DFEF5482}" destId="{EC398440-80E6-4764-B4C1-0E69C697164D}" srcOrd="2" destOrd="0" parTransId="{B8D55FF3-C69C-4182-9F90-1AE278149322}" sibTransId="{B74EFC80-13AC-43BA-8051-11A446917F70}"/>
    <dgm:cxn modelId="{6E40D363-EC39-467F-AD74-5FE95B7E536F}" type="presOf" srcId="{39F50DF8-C957-47C8-B45A-78A7BE57A469}" destId="{1D0F3509-30CB-4FFF-8CA9-FBB960B920DE}" srcOrd="0" destOrd="0" presId="urn:microsoft.com/office/officeart/2005/8/layout/architecture"/>
    <dgm:cxn modelId="{540DCA51-9DD6-4624-8E2B-340FD88B84C7}" type="presOf" srcId="{080FF298-98F6-4EF7-97D2-1C58756D8FE7}" destId="{274117A1-2718-4093-891A-9A30A8D0AD5A}" srcOrd="0" destOrd="0" presId="urn:microsoft.com/office/officeart/2005/8/layout/architecture"/>
    <dgm:cxn modelId="{6BF3CF74-D52F-4BA7-AFB2-ABEAC19B715C}" srcId="{B8BB9814-F7C5-423A-80B0-3A26DFEF5482}" destId="{39F50DF8-C957-47C8-B45A-78A7BE57A469}" srcOrd="3" destOrd="0" parTransId="{D48AE3A2-9C9E-4994-A3EB-F2C89253817A}" sibTransId="{4A336C67-A992-4FF6-9CF1-029B02076A79}"/>
    <dgm:cxn modelId="{1399A875-2114-4D58-973E-24430B6B6EA7}" type="presOf" srcId="{14E39F8E-8E19-4ECA-A6C4-9C91EAFA1C1E}" destId="{DEF29E38-37C0-446C-871B-92D0C2DD7292}" srcOrd="0" destOrd="0" presId="urn:microsoft.com/office/officeart/2005/8/layout/architecture"/>
    <dgm:cxn modelId="{AF9727AD-C5C3-40C8-A64D-80482AB3F3A8}" type="presOf" srcId="{80BC6469-1445-4610-960F-70538434B922}" destId="{84A61292-BEC5-4842-9439-7EF16CEEBC73}" srcOrd="0" destOrd="0" presId="urn:microsoft.com/office/officeart/2005/8/layout/architecture"/>
    <dgm:cxn modelId="{78752AB1-FD22-4BED-BB38-A3ED2A9DC47E}" srcId="{B8BB9814-F7C5-423A-80B0-3A26DFEF5482}" destId="{14E39F8E-8E19-4ECA-A6C4-9C91EAFA1C1E}" srcOrd="1" destOrd="0" parTransId="{DBFFD87F-8840-4760-A374-0BDFBB5666C3}" sibTransId="{0B71FF87-100C-4244-AB5E-4A661BFBF74C}"/>
    <dgm:cxn modelId="{BEADA1FD-2469-4984-A68F-D0E6E77F61D4}" srcId="{B8BB9814-F7C5-423A-80B0-3A26DFEF5482}" destId="{80BC6469-1445-4610-960F-70538434B922}" srcOrd="0" destOrd="0" parTransId="{5DA785E3-DCEC-45CB-839E-4825260FD945}" sibTransId="{6AA517D8-6A86-469F-85A4-22A2526D1027}"/>
    <dgm:cxn modelId="{C2861048-3BE7-4243-9050-6418C6EA9F41}" type="presParOf" srcId="{55BE6A6E-A262-4AB4-88BB-0373E88157F3}" destId="{656E8910-5309-4BCC-93F9-68DFAB4B845A}" srcOrd="0" destOrd="0" presId="urn:microsoft.com/office/officeart/2005/8/layout/architecture"/>
    <dgm:cxn modelId="{D0BD7ED9-ACC6-4A99-8875-0F40910E520A}" type="presParOf" srcId="{656E8910-5309-4BCC-93F9-68DFAB4B845A}" destId="{84A61292-BEC5-4842-9439-7EF16CEEBC73}" srcOrd="0" destOrd="0" presId="urn:microsoft.com/office/officeart/2005/8/layout/architecture"/>
    <dgm:cxn modelId="{8CC93DD8-F712-44D0-881D-FDCF18AC581A}" type="presParOf" srcId="{656E8910-5309-4BCC-93F9-68DFAB4B845A}" destId="{1B8509F5-1EB6-4CAF-BB7B-0CFBEE296A35}" srcOrd="1" destOrd="0" presId="urn:microsoft.com/office/officeart/2005/8/layout/architecture"/>
    <dgm:cxn modelId="{1C5F0FB7-B482-4C37-966A-FDF814870427}" type="presParOf" srcId="{55BE6A6E-A262-4AB4-88BB-0373E88157F3}" destId="{4C87ECFC-7936-4588-A37C-B19B09E72960}" srcOrd="1" destOrd="0" presId="urn:microsoft.com/office/officeart/2005/8/layout/architecture"/>
    <dgm:cxn modelId="{89F5DBE0-C773-403A-9194-8D76B33781F1}" type="presParOf" srcId="{55BE6A6E-A262-4AB4-88BB-0373E88157F3}" destId="{81DF254D-B454-4E16-93B5-ABBF8304F2FD}" srcOrd="2" destOrd="0" presId="urn:microsoft.com/office/officeart/2005/8/layout/architecture"/>
    <dgm:cxn modelId="{33B79DD1-12C0-439C-BDD7-282D577DA304}" type="presParOf" srcId="{81DF254D-B454-4E16-93B5-ABBF8304F2FD}" destId="{DEF29E38-37C0-446C-871B-92D0C2DD7292}" srcOrd="0" destOrd="0" presId="urn:microsoft.com/office/officeart/2005/8/layout/architecture"/>
    <dgm:cxn modelId="{EB87E020-F8BE-430C-A7CA-63283FE45013}" type="presParOf" srcId="{81DF254D-B454-4E16-93B5-ABBF8304F2FD}" destId="{B4AB1FFE-D476-4143-ADE9-8EBE30805674}" srcOrd="1" destOrd="0" presId="urn:microsoft.com/office/officeart/2005/8/layout/architecture"/>
    <dgm:cxn modelId="{4CAEEF8B-3AC1-465B-8A80-F2614B00C58C}" type="presParOf" srcId="{55BE6A6E-A262-4AB4-88BB-0373E88157F3}" destId="{BB7C231E-9529-43E1-8895-C77EC8F38372}" srcOrd="3" destOrd="0" presId="urn:microsoft.com/office/officeart/2005/8/layout/architecture"/>
    <dgm:cxn modelId="{58DB25B1-1255-426F-B43E-D78163114BF8}" type="presParOf" srcId="{55BE6A6E-A262-4AB4-88BB-0373E88157F3}" destId="{E26707CC-9623-4045-BCC5-DC05827AC159}" srcOrd="4" destOrd="0" presId="urn:microsoft.com/office/officeart/2005/8/layout/architecture"/>
    <dgm:cxn modelId="{A3483F70-E31B-4538-A1FB-941215A5B14A}" type="presParOf" srcId="{E26707CC-9623-4045-BCC5-DC05827AC159}" destId="{26DD5604-8471-4F74-9E8B-16FF653C2557}" srcOrd="0" destOrd="0" presId="urn:microsoft.com/office/officeart/2005/8/layout/architecture"/>
    <dgm:cxn modelId="{00EC7467-154D-4C00-AE57-B9CED5AE4D96}" type="presParOf" srcId="{E26707CC-9623-4045-BCC5-DC05827AC159}" destId="{034DA089-7672-4322-8426-9E7F05D9DAE4}" srcOrd="1" destOrd="0" presId="urn:microsoft.com/office/officeart/2005/8/layout/architecture"/>
    <dgm:cxn modelId="{2FC87435-CA6D-4280-A316-B08D2F4B92E5}" type="presParOf" srcId="{55BE6A6E-A262-4AB4-88BB-0373E88157F3}" destId="{C2CE1088-B9D0-49F5-94AF-24D04E4E28C2}" srcOrd="5" destOrd="0" presId="urn:microsoft.com/office/officeart/2005/8/layout/architecture"/>
    <dgm:cxn modelId="{7761C33F-1281-430C-8DEF-ACD62F6F8BD0}" type="presParOf" srcId="{55BE6A6E-A262-4AB4-88BB-0373E88157F3}" destId="{983DC55B-14BF-4ADC-89E6-528837B61EE8}" srcOrd="6" destOrd="0" presId="urn:microsoft.com/office/officeart/2005/8/layout/architecture"/>
    <dgm:cxn modelId="{9FEE91E4-77B8-49A8-AF5C-59599B90939A}" type="presParOf" srcId="{983DC55B-14BF-4ADC-89E6-528837B61EE8}" destId="{1D0F3509-30CB-4FFF-8CA9-FBB960B920DE}" srcOrd="0" destOrd="0" presId="urn:microsoft.com/office/officeart/2005/8/layout/architecture"/>
    <dgm:cxn modelId="{5D38D902-3B79-487E-A16E-453C9FD869C6}" type="presParOf" srcId="{983DC55B-14BF-4ADC-89E6-528837B61EE8}" destId="{F7F73344-AD40-4821-A2BE-3A2CBBF5B8BE}" srcOrd="1" destOrd="0" presId="urn:microsoft.com/office/officeart/2005/8/layout/architecture"/>
    <dgm:cxn modelId="{CB0C9C78-DD83-4BD8-A56C-3D2A51A047CE}" type="presParOf" srcId="{55BE6A6E-A262-4AB4-88BB-0373E88157F3}" destId="{C2141431-FC0F-4B3B-AEFD-D192E09F420E}" srcOrd="7" destOrd="0" presId="urn:microsoft.com/office/officeart/2005/8/layout/architecture"/>
    <dgm:cxn modelId="{4D848465-89FA-4541-BF8A-FE8C6C2529FE}" type="presParOf" srcId="{55BE6A6E-A262-4AB4-88BB-0373E88157F3}" destId="{B0AAA23E-770D-4D71-9FE0-381F8FC26C55}" srcOrd="8" destOrd="0" presId="urn:microsoft.com/office/officeart/2005/8/layout/architecture"/>
    <dgm:cxn modelId="{78B4385D-2550-4784-84F8-EFCCC9C88DD9}" type="presParOf" srcId="{B0AAA23E-770D-4D71-9FE0-381F8FC26C55}" destId="{274117A1-2718-4093-891A-9A30A8D0AD5A}" srcOrd="0" destOrd="0" presId="urn:microsoft.com/office/officeart/2005/8/layout/architecture"/>
    <dgm:cxn modelId="{89F4BC73-4D13-455A-A4C8-75D17CEA3B93}" type="presParOf" srcId="{B0AAA23E-770D-4D71-9FE0-381F8FC26C55}" destId="{55FA213F-1341-40D4-8EE5-D3657593415C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BB9814-F7C5-423A-80B0-3A26DFEF5482}" type="doc">
      <dgm:prSet loTypeId="urn:microsoft.com/office/officeart/2005/8/layout/architecture" loCatId="hierarchy" qsTypeId="urn:microsoft.com/office/officeart/2005/8/quickstyle/simple5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80BC6469-1445-4610-960F-70538434B922}">
      <dgm:prSet/>
      <dgm:spPr/>
      <dgm:t>
        <a:bodyPr/>
        <a:lstStyle/>
        <a:p>
          <a:r>
            <a:rPr lang="en-US" dirty="0"/>
            <a:t>Test Accuracy: 0.86                                  </a:t>
          </a:r>
        </a:p>
      </dgm:t>
    </dgm:pt>
    <dgm:pt modelId="{5DA785E3-DCEC-45CB-839E-4825260FD945}" type="parTrans" cxnId="{BEADA1FD-2469-4984-A68F-D0E6E77F61D4}">
      <dgm:prSet/>
      <dgm:spPr/>
      <dgm:t>
        <a:bodyPr/>
        <a:lstStyle/>
        <a:p>
          <a:endParaRPr lang="en-US"/>
        </a:p>
      </dgm:t>
    </dgm:pt>
    <dgm:pt modelId="{6AA517D8-6A86-469F-85A4-22A2526D1027}" type="sibTrans" cxnId="{BEADA1FD-2469-4984-A68F-D0E6E77F61D4}">
      <dgm:prSet/>
      <dgm:spPr/>
      <dgm:t>
        <a:bodyPr/>
        <a:lstStyle/>
        <a:p>
          <a:endParaRPr lang="en-US"/>
        </a:p>
      </dgm:t>
    </dgm:pt>
    <dgm:pt modelId="{14E39F8E-8E19-4ECA-A6C4-9C91EAFA1C1E}">
      <dgm:prSet/>
      <dgm:spPr/>
      <dgm:t>
        <a:bodyPr/>
        <a:lstStyle/>
        <a:p>
          <a:r>
            <a:rPr lang="en-US" dirty="0"/>
            <a:t>Test Precision: 0.88</a:t>
          </a:r>
        </a:p>
      </dgm:t>
    </dgm:pt>
    <dgm:pt modelId="{DBFFD87F-8840-4760-A374-0BDFBB5666C3}" type="parTrans" cxnId="{78752AB1-FD22-4BED-BB38-A3ED2A9DC47E}">
      <dgm:prSet/>
      <dgm:spPr/>
      <dgm:t>
        <a:bodyPr/>
        <a:lstStyle/>
        <a:p>
          <a:endParaRPr lang="en-US"/>
        </a:p>
      </dgm:t>
    </dgm:pt>
    <dgm:pt modelId="{0B71FF87-100C-4244-AB5E-4A661BFBF74C}" type="sibTrans" cxnId="{78752AB1-FD22-4BED-BB38-A3ED2A9DC47E}">
      <dgm:prSet/>
      <dgm:spPr/>
      <dgm:t>
        <a:bodyPr/>
        <a:lstStyle/>
        <a:p>
          <a:endParaRPr lang="en-US"/>
        </a:p>
      </dgm:t>
    </dgm:pt>
    <dgm:pt modelId="{EC398440-80E6-4764-B4C1-0E69C697164D}">
      <dgm:prSet/>
      <dgm:spPr/>
      <dgm:t>
        <a:bodyPr/>
        <a:lstStyle/>
        <a:p>
          <a:r>
            <a:rPr lang="en-US" dirty="0"/>
            <a:t>Test Recall: 0.87              </a:t>
          </a:r>
        </a:p>
      </dgm:t>
    </dgm:pt>
    <dgm:pt modelId="{B8D55FF3-C69C-4182-9F90-1AE278149322}" type="parTrans" cxnId="{55B65740-7185-41C3-9A74-D432A6CD4095}">
      <dgm:prSet/>
      <dgm:spPr/>
      <dgm:t>
        <a:bodyPr/>
        <a:lstStyle/>
        <a:p>
          <a:endParaRPr lang="en-US"/>
        </a:p>
      </dgm:t>
    </dgm:pt>
    <dgm:pt modelId="{B74EFC80-13AC-43BA-8051-11A446917F70}" type="sibTrans" cxnId="{55B65740-7185-41C3-9A74-D432A6CD4095}">
      <dgm:prSet/>
      <dgm:spPr/>
      <dgm:t>
        <a:bodyPr/>
        <a:lstStyle/>
        <a:p>
          <a:endParaRPr lang="en-US"/>
        </a:p>
      </dgm:t>
    </dgm:pt>
    <dgm:pt modelId="{39F50DF8-C957-47C8-B45A-78A7BE57A469}">
      <dgm:prSet/>
      <dgm:spPr/>
      <dgm:t>
        <a:bodyPr/>
        <a:lstStyle/>
        <a:p>
          <a:r>
            <a:rPr lang="en-US" dirty="0"/>
            <a:t>Test F1: 0.87</a:t>
          </a:r>
        </a:p>
      </dgm:t>
    </dgm:pt>
    <dgm:pt modelId="{D48AE3A2-9C9E-4994-A3EB-F2C89253817A}" type="parTrans" cxnId="{6BF3CF74-D52F-4BA7-AFB2-ABEAC19B715C}">
      <dgm:prSet/>
      <dgm:spPr/>
      <dgm:t>
        <a:bodyPr/>
        <a:lstStyle/>
        <a:p>
          <a:endParaRPr lang="en-US"/>
        </a:p>
      </dgm:t>
    </dgm:pt>
    <dgm:pt modelId="{4A336C67-A992-4FF6-9CF1-029B02076A79}" type="sibTrans" cxnId="{6BF3CF74-D52F-4BA7-AFB2-ABEAC19B715C}">
      <dgm:prSet/>
      <dgm:spPr/>
      <dgm:t>
        <a:bodyPr/>
        <a:lstStyle/>
        <a:p>
          <a:endParaRPr lang="en-US"/>
        </a:p>
      </dgm:t>
    </dgm:pt>
    <dgm:pt modelId="{080FF298-98F6-4EF7-97D2-1C58756D8FE7}">
      <dgm:prSet/>
      <dgm:spPr/>
      <dgm:t>
        <a:bodyPr/>
        <a:lstStyle/>
        <a:p>
          <a:r>
            <a:rPr lang="en-US" dirty="0"/>
            <a:t>DT ROC-AUC: 0.93 </a:t>
          </a:r>
        </a:p>
      </dgm:t>
    </dgm:pt>
    <dgm:pt modelId="{90587489-41D1-4C46-8A0B-287319AD234B}" type="parTrans" cxnId="{EBED473B-55D5-46E5-889E-7D46A14FF769}">
      <dgm:prSet/>
      <dgm:spPr/>
      <dgm:t>
        <a:bodyPr/>
        <a:lstStyle/>
        <a:p>
          <a:endParaRPr lang="en-US"/>
        </a:p>
      </dgm:t>
    </dgm:pt>
    <dgm:pt modelId="{074D7B78-ADDE-4086-A905-D57380CFE00C}" type="sibTrans" cxnId="{EBED473B-55D5-46E5-889E-7D46A14FF769}">
      <dgm:prSet/>
      <dgm:spPr/>
      <dgm:t>
        <a:bodyPr/>
        <a:lstStyle/>
        <a:p>
          <a:endParaRPr lang="en-US"/>
        </a:p>
      </dgm:t>
    </dgm:pt>
    <dgm:pt modelId="{55BE6A6E-A262-4AB4-88BB-0373E88157F3}" type="pres">
      <dgm:prSet presAssocID="{B8BB9814-F7C5-423A-80B0-3A26DFEF548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56E8910-5309-4BCC-93F9-68DFAB4B845A}" type="pres">
      <dgm:prSet presAssocID="{80BC6469-1445-4610-960F-70538434B922}" presName="vertOne" presStyleCnt="0"/>
      <dgm:spPr/>
    </dgm:pt>
    <dgm:pt modelId="{84A61292-BEC5-4842-9439-7EF16CEEBC73}" type="pres">
      <dgm:prSet presAssocID="{80BC6469-1445-4610-960F-70538434B922}" presName="txOne" presStyleLbl="node0" presStyleIdx="0" presStyleCnt="5">
        <dgm:presLayoutVars>
          <dgm:chPref val="3"/>
        </dgm:presLayoutVars>
      </dgm:prSet>
      <dgm:spPr/>
    </dgm:pt>
    <dgm:pt modelId="{1B8509F5-1EB6-4CAF-BB7B-0CFBEE296A35}" type="pres">
      <dgm:prSet presAssocID="{80BC6469-1445-4610-960F-70538434B922}" presName="horzOne" presStyleCnt="0"/>
      <dgm:spPr/>
    </dgm:pt>
    <dgm:pt modelId="{4C87ECFC-7936-4588-A37C-B19B09E72960}" type="pres">
      <dgm:prSet presAssocID="{6AA517D8-6A86-469F-85A4-22A2526D1027}" presName="sibSpaceOne" presStyleCnt="0"/>
      <dgm:spPr/>
    </dgm:pt>
    <dgm:pt modelId="{81DF254D-B454-4E16-93B5-ABBF8304F2FD}" type="pres">
      <dgm:prSet presAssocID="{14E39F8E-8E19-4ECA-A6C4-9C91EAFA1C1E}" presName="vertOne" presStyleCnt="0"/>
      <dgm:spPr/>
    </dgm:pt>
    <dgm:pt modelId="{DEF29E38-37C0-446C-871B-92D0C2DD7292}" type="pres">
      <dgm:prSet presAssocID="{14E39F8E-8E19-4ECA-A6C4-9C91EAFA1C1E}" presName="txOne" presStyleLbl="node0" presStyleIdx="1" presStyleCnt="5">
        <dgm:presLayoutVars>
          <dgm:chPref val="3"/>
        </dgm:presLayoutVars>
      </dgm:prSet>
      <dgm:spPr/>
    </dgm:pt>
    <dgm:pt modelId="{B4AB1FFE-D476-4143-ADE9-8EBE30805674}" type="pres">
      <dgm:prSet presAssocID="{14E39F8E-8E19-4ECA-A6C4-9C91EAFA1C1E}" presName="horzOne" presStyleCnt="0"/>
      <dgm:spPr/>
    </dgm:pt>
    <dgm:pt modelId="{BB7C231E-9529-43E1-8895-C77EC8F38372}" type="pres">
      <dgm:prSet presAssocID="{0B71FF87-100C-4244-AB5E-4A661BFBF74C}" presName="sibSpaceOne" presStyleCnt="0"/>
      <dgm:spPr/>
    </dgm:pt>
    <dgm:pt modelId="{E26707CC-9623-4045-BCC5-DC05827AC159}" type="pres">
      <dgm:prSet presAssocID="{EC398440-80E6-4764-B4C1-0E69C697164D}" presName="vertOne" presStyleCnt="0"/>
      <dgm:spPr/>
    </dgm:pt>
    <dgm:pt modelId="{26DD5604-8471-4F74-9E8B-16FF653C2557}" type="pres">
      <dgm:prSet presAssocID="{EC398440-80E6-4764-B4C1-0E69C697164D}" presName="txOne" presStyleLbl="node0" presStyleIdx="2" presStyleCnt="5">
        <dgm:presLayoutVars>
          <dgm:chPref val="3"/>
        </dgm:presLayoutVars>
      </dgm:prSet>
      <dgm:spPr/>
    </dgm:pt>
    <dgm:pt modelId="{034DA089-7672-4322-8426-9E7F05D9DAE4}" type="pres">
      <dgm:prSet presAssocID="{EC398440-80E6-4764-B4C1-0E69C697164D}" presName="horzOne" presStyleCnt="0"/>
      <dgm:spPr/>
    </dgm:pt>
    <dgm:pt modelId="{C2CE1088-B9D0-49F5-94AF-24D04E4E28C2}" type="pres">
      <dgm:prSet presAssocID="{B74EFC80-13AC-43BA-8051-11A446917F70}" presName="sibSpaceOne" presStyleCnt="0"/>
      <dgm:spPr/>
    </dgm:pt>
    <dgm:pt modelId="{983DC55B-14BF-4ADC-89E6-528837B61EE8}" type="pres">
      <dgm:prSet presAssocID="{39F50DF8-C957-47C8-B45A-78A7BE57A469}" presName="vertOne" presStyleCnt="0"/>
      <dgm:spPr/>
    </dgm:pt>
    <dgm:pt modelId="{1D0F3509-30CB-4FFF-8CA9-FBB960B920DE}" type="pres">
      <dgm:prSet presAssocID="{39F50DF8-C957-47C8-B45A-78A7BE57A469}" presName="txOne" presStyleLbl="node0" presStyleIdx="3" presStyleCnt="5" custLinFactNeighborY="694">
        <dgm:presLayoutVars>
          <dgm:chPref val="3"/>
        </dgm:presLayoutVars>
      </dgm:prSet>
      <dgm:spPr/>
    </dgm:pt>
    <dgm:pt modelId="{F7F73344-AD40-4821-A2BE-3A2CBBF5B8BE}" type="pres">
      <dgm:prSet presAssocID="{39F50DF8-C957-47C8-B45A-78A7BE57A469}" presName="horzOne" presStyleCnt="0"/>
      <dgm:spPr/>
    </dgm:pt>
    <dgm:pt modelId="{C2141431-FC0F-4B3B-AEFD-D192E09F420E}" type="pres">
      <dgm:prSet presAssocID="{4A336C67-A992-4FF6-9CF1-029B02076A79}" presName="sibSpaceOne" presStyleCnt="0"/>
      <dgm:spPr/>
    </dgm:pt>
    <dgm:pt modelId="{B0AAA23E-770D-4D71-9FE0-381F8FC26C55}" type="pres">
      <dgm:prSet presAssocID="{080FF298-98F6-4EF7-97D2-1C58756D8FE7}" presName="vertOne" presStyleCnt="0"/>
      <dgm:spPr/>
    </dgm:pt>
    <dgm:pt modelId="{274117A1-2718-4093-891A-9A30A8D0AD5A}" type="pres">
      <dgm:prSet presAssocID="{080FF298-98F6-4EF7-97D2-1C58756D8FE7}" presName="txOne" presStyleLbl="node0" presStyleIdx="4" presStyleCnt="5">
        <dgm:presLayoutVars>
          <dgm:chPref val="3"/>
        </dgm:presLayoutVars>
      </dgm:prSet>
      <dgm:spPr/>
    </dgm:pt>
    <dgm:pt modelId="{55FA213F-1341-40D4-8EE5-D3657593415C}" type="pres">
      <dgm:prSet presAssocID="{080FF298-98F6-4EF7-97D2-1C58756D8FE7}" presName="horzOne" presStyleCnt="0"/>
      <dgm:spPr/>
    </dgm:pt>
  </dgm:ptLst>
  <dgm:cxnLst>
    <dgm:cxn modelId="{196D702A-470F-4BF4-8030-80D0C39F17B2}" type="presOf" srcId="{EC398440-80E6-4764-B4C1-0E69C697164D}" destId="{26DD5604-8471-4F74-9E8B-16FF653C2557}" srcOrd="0" destOrd="0" presId="urn:microsoft.com/office/officeart/2005/8/layout/architecture"/>
    <dgm:cxn modelId="{4864AD35-21C0-4ABD-AC6B-2B7856880FF5}" type="presOf" srcId="{B8BB9814-F7C5-423A-80B0-3A26DFEF5482}" destId="{55BE6A6E-A262-4AB4-88BB-0373E88157F3}" srcOrd="0" destOrd="0" presId="urn:microsoft.com/office/officeart/2005/8/layout/architecture"/>
    <dgm:cxn modelId="{EBED473B-55D5-46E5-889E-7D46A14FF769}" srcId="{B8BB9814-F7C5-423A-80B0-3A26DFEF5482}" destId="{080FF298-98F6-4EF7-97D2-1C58756D8FE7}" srcOrd="4" destOrd="0" parTransId="{90587489-41D1-4C46-8A0B-287319AD234B}" sibTransId="{074D7B78-ADDE-4086-A905-D57380CFE00C}"/>
    <dgm:cxn modelId="{55B65740-7185-41C3-9A74-D432A6CD4095}" srcId="{B8BB9814-F7C5-423A-80B0-3A26DFEF5482}" destId="{EC398440-80E6-4764-B4C1-0E69C697164D}" srcOrd="2" destOrd="0" parTransId="{B8D55FF3-C69C-4182-9F90-1AE278149322}" sibTransId="{B74EFC80-13AC-43BA-8051-11A446917F70}"/>
    <dgm:cxn modelId="{6E40D363-EC39-467F-AD74-5FE95B7E536F}" type="presOf" srcId="{39F50DF8-C957-47C8-B45A-78A7BE57A469}" destId="{1D0F3509-30CB-4FFF-8CA9-FBB960B920DE}" srcOrd="0" destOrd="0" presId="urn:microsoft.com/office/officeart/2005/8/layout/architecture"/>
    <dgm:cxn modelId="{540DCA51-9DD6-4624-8E2B-340FD88B84C7}" type="presOf" srcId="{080FF298-98F6-4EF7-97D2-1C58756D8FE7}" destId="{274117A1-2718-4093-891A-9A30A8D0AD5A}" srcOrd="0" destOrd="0" presId="urn:microsoft.com/office/officeart/2005/8/layout/architecture"/>
    <dgm:cxn modelId="{6BF3CF74-D52F-4BA7-AFB2-ABEAC19B715C}" srcId="{B8BB9814-F7C5-423A-80B0-3A26DFEF5482}" destId="{39F50DF8-C957-47C8-B45A-78A7BE57A469}" srcOrd="3" destOrd="0" parTransId="{D48AE3A2-9C9E-4994-A3EB-F2C89253817A}" sibTransId="{4A336C67-A992-4FF6-9CF1-029B02076A79}"/>
    <dgm:cxn modelId="{1399A875-2114-4D58-973E-24430B6B6EA7}" type="presOf" srcId="{14E39F8E-8E19-4ECA-A6C4-9C91EAFA1C1E}" destId="{DEF29E38-37C0-446C-871B-92D0C2DD7292}" srcOrd="0" destOrd="0" presId="urn:microsoft.com/office/officeart/2005/8/layout/architecture"/>
    <dgm:cxn modelId="{AF9727AD-C5C3-40C8-A64D-80482AB3F3A8}" type="presOf" srcId="{80BC6469-1445-4610-960F-70538434B922}" destId="{84A61292-BEC5-4842-9439-7EF16CEEBC73}" srcOrd="0" destOrd="0" presId="urn:microsoft.com/office/officeart/2005/8/layout/architecture"/>
    <dgm:cxn modelId="{78752AB1-FD22-4BED-BB38-A3ED2A9DC47E}" srcId="{B8BB9814-F7C5-423A-80B0-3A26DFEF5482}" destId="{14E39F8E-8E19-4ECA-A6C4-9C91EAFA1C1E}" srcOrd="1" destOrd="0" parTransId="{DBFFD87F-8840-4760-A374-0BDFBB5666C3}" sibTransId="{0B71FF87-100C-4244-AB5E-4A661BFBF74C}"/>
    <dgm:cxn modelId="{BEADA1FD-2469-4984-A68F-D0E6E77F61D4}" srcId="{B8BB9814-F7C5-423A-80B0-3A26DFEF5482}" destId="{80BC6469-1445-4610-960F-70538434B922}" srcOrd="0" destOrd="0" parTransId="{5DA785E3-DCEC-45CB-839E-4825260FD945}" sibTransId="{6AA517D8-6A86-469F-85A4-22A2526D1027}"/>
    <dgm:cxn modelId="{C2861048-3BE7-4243-9050-6418C6EA9F41}" type="presParOf" srcId="{55BE6A6E-A262-4AB4-88BB-0373E88157F3}" destId="{656E8910-5309-4BCC-93F9-68DFAB4B845A}" srcOrd="0" destOrd="0" presId="urn:microsoft.com/office/officeart/2005/8/layout/architecture"/>
    <dgm:cxn modelId="{D0BD7ED9-ACC6-4A99-8875-0F40910E520A}" type="presParOf" srcId="{656E8910-5309-4BCC-93F9-68DFAB4B845A}" destId="{84A61292-BEC5-4842-9439-7EF16CEEBC73}" srcOrd="0" destOrd="0" presId="urn:microsoft.com/office/officeart/2005/8/layout/architecture"/>
    <dgm:cxn modelId="{8CC93DD8-F712-44D0-881D-FDCF18AC581A}" type="presParOf" srcId="{656E8910-5309-4BCC-93F9-68DFAB4B845A}" destId="{1B8509F5-1EB6-4CAF-BB7B-0CFBEE296A35}" srcOrd="1" destOrd="0" presId="urn:microsoft.com/office/officeart/2005/8/layout/architecture"/>
    <dgm:cxn modelId="{1C5F0FB7-B482-4C37-966A-FDF814870427}" type="presParOf" srcId="{55BE6A6E-A262-4AB4-88BB-0373E88157F3}" destId="{4C87ECFC-7936-4588-A37C-B19B09E72960}" srcOrd="1" destOrd="0" presId="urn:microsoft.com/office/officeart/2005/8/layout/architecture"/>
    <dgm:cxn modelId="{89F5DBE0-C773-403A-9194-8D76B33781F1}" type="presParOf" srcId="{55BE6A6E-A262-4AB4-88BB-0373E88157F3}" destId="{81DF254D-B454-4E16-93B5-ABBF8304F2FD}" srcOrd="2" destOrd="0" presId="urn:microsoft.com/office/officeart/2005/8/layout/architecture"/>
    <dgm:cxn modelId="{33B79DD1-12C0-439C-BDD7-282D577DA304}" type="presParOf" srcId="{81DF254D-B454-4E16-93B5-ABBF8304F2FD}" destId="{DEF29E38-37C0-446C-871B-92D0C2DD7292}" srcOrd="0" destOrd="0" presId="urn:microsoft.com/office/officeart/2005/8/layout/architecture"/>
    <dgm:cxn modelId="{EB87E020-F8BE-430C-A7CA-63283FE45013}" type="presParOf" srcId="{81DF254D-B454-4E16-93B5-ABBF8304F2FD}" destId="{B4AB1FFE-D476-4143-ADE9-8EBE30805674}" srcOrd="1" destOrd="0" presId="urn:microsoft.com/office/officeart/2005/8/layout/architecture"/>
    <dgm:cxn modelId="{4CAEEF8B-3AC1-465B-8A80-F2614B00C58C}" type="presParOf" srcId="{55BE6A6E-A262-4AB4-88BB-0373E88157F3}" destId="{BB7C231E-9529-43E1-8895-C77EC8F38372}" srcOrd="3" destOrd="0" presId="urn:microsoft.com/office/officeart/2005/8/layout/architecture"/>
    <dgm:cxn modelId="{58DB25B1-1255-426F-B43E-D78163114BF8}" type="presParOf" srcId="{55BE6A6E-A262-4AB4-88BB-0373E88157F3}" destId="{E26707CC-9623-4045-BCC5-DC05827AC159}" srcOrd="4" destOrd="0" presId="urn:microsoft.com/office/officeart/2005/8/layout/architecture"/>
    <dgm:cxn modelId="{A3483F70-E31B-4538-A1FB-941215A5B14A}" type="presParOf" srcId="{E26707CC-9623-4045-BCC5-DC05827AC159}" destId="{26DD5604-8471-4F74-9E8B-16FF653C2557}" srcOrd="0" destOrd="0" presId="urn:microsoft.com/office/officeart/2005/8/layout/architecture"/>
    <dgm:cxn modelId="{00EC7467-154D-4C00-AE57-B9CED5AE4D96}" type="presParOf" srcId="{E26707CC-9623-4045-BCC5-DC05827AC159}" destId="{034DA089-7672-4322-8426-9E7F05D9DAE4}" srcOrd="1" destOrd="0" presId="urn:microsoft.com/office/officeart/2005/8/layout/architecture"/>
    <dgm:cxn modelId="{2FC87435-CA6D-4280-A316-B08D2F4B92E5}" type="presParOf" srcId="{55BE6A6E-A262-4AB4-88BB-0373E88157F3}" destId="{C2CE1088-B9D0-49F5-94AF-24D04E4E28C2}" srcOrd="5" destOrd="0" presId="urn:microsoft.com/office/officeart/2005/8/layout/architecture"/>
    <dgm:cxn modelId="{7761C33F-1281-430C-8DEF-ACD62F6F8BD0}" type="presParOf" srcId="{55BE6A6E-A262-4AB4-88BB-0373E88157F3}" destId="{983DC55B-14BF-4ADC-89E6-528837B61EE8}" srcOrd="6" destOrd="0" presId="urn:microsoft.com/office/officeart/2005/8/layout/architecture"/>
    <dgm:cxn modelId="{9FEE91E4-77B8-49A8-AF5C-59599B90939A}" type="presParOf" srcId="{983DC55B-14BF-4ADC-89E6-528837B61EE8}" destId="{1D0F3509-30CB-4FFF-8CA9-FBB960B920DE}" srcOrd="0" destOrd="0" presId="urn:microsoft.com/office/officeart/2005/8/layout/architecture"/>
    <dgm:cxn modelId="{5D38D902-3B79-487E-A16E-453C9FD869C6}" type="presParOf" srcId="{983DC55B-14BF-4ADC-89E6-528837B61EE8}" destId="{F7F73344-AD40-4821-A2BE-3A2CBBF5B8BE}" srcOrd="1" destOrd="0" presId="urn:microsoft.com/office/officeart/2005/8/layout/architecture"/>
    <dgm:cxn modelId="{CB0C9C78-DD83-4BD8-A56C-3D2A51A047CE}" type="presParOf" srcId="{55BE6A6E-A262-4AB4-88BB-0373E88157F3}" destId="{C2141431-FC0F-4B3B-AEFD-D192E09F420E}" srcOrd="7" destOrd="0" presId="urn:microsoft.com/office/officeart/2005/8/layout/architecture"/>
    <dgm:cxn modelId="{4D848465-89FA-4541-BF8A-FE8C6C2529FE}" type="presParOf" srcId="{55BE6A6E-A262-4AB4-88BB-0373E88157F3}" destId="{B0AAA23E-770D-4D71-9FE0-381F8FC26C55}" srcOrd="8" destOrd="0" presId="urn:microsoft.com/office/officeart/2005/8/layout/architecture"/>
    <dgm:cxn modelId="{78B4385D-2550-4784-84F8-EFCCC9C88DD9}" type="presParOf" srcId="{B0AAA23E-770D-4D71-9FE0-381F8FC26C55}" destId="{274117A1-2718-4093-891A-9A30A8D0AD5A}" srcOrd="0" destOrd="0" presId="urn:microsoft.com/office/officeart/2005/8/layout/architecture"/>
    <dgm:cxn modelId="{89F4BC73-4D13-455A-A4C8-75D17CEA3B93}" type="presParOf" srcId="{B0AAA23E-770D-4D71-9FE0-381F8FC26C55}" destId="{55FA213F-1341-40D4-8EE5-D3657593415C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BB9814-F7C5-423A-80B0-3A26DFEF5482}" type="doc">
      <dgm:prSet loTypeId="urn:microsoft.com/office/officeart/2005/8/layout/architecture" loCatId="hierarchy" qsTypeId="urn:microsoft.com/office/officeart/2005/8/quickstyle/simple5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80BC6469-1445-4610-960F-70538434B922}">
      <dgm:prSet/>
      <dgm:spPr/>
      <dgm:t>
        <a:bodyPr/>
        <a:lstStyle/>
        <a:p>
          <a:r>
            <a:rPr lang="en-US" dirty="0"/>
            <a:t>Test Accuracy: 0.897                                  </a:t>
          </a:r>
        </a:p>
      </dgm:t>
    </dgm:pt>
    <dgm:pt modelId="{5DA785E3-DCEC-45CB-839E-4825260FD945}" type="parTrans" cxnId="{BEADA1FD-2469-4984-A68F-D0E6E77F61D4}">
      <dgm:prSet/>
      <dgm:spPr/>
      <dgm:t>
        <a:bodyPr/>
        <a:lstStyle/>
        <a:p>
          <a:endParaRPr lang="en-US"/>
        </a:p>
      </dgm:t>
    </dgm:pt>
    <dgm:pt modelId="{6AA517D8-6A86-469F-85A4-22A2526D1027}" type="sibTrans" cxnId="{BEADA1FD-2469-4984-A68F-D0E6E77F61D4}">
      <dgm:prSet/>
      <dgm:spPr/>
      <dgm:t>
        <a:bodyPr/>
        <a:lstStyle/>
        <a:p>
          <a:endParaRPr lang="en-US"/>
        </a:p>
      </dgm:t>
    </dgm:pt>
    <dgm:pt modelId="{14E39F8E-8E19-4ECA-A6C4-9C91EAFA1C1E}">
      <dgm:prSet/>
      <dgm:spPr/>
      <dgm:t>
        <a:bodyPr/>
        <a:lstStyle/>
        <a:p>
          <a:r>
            <a:rPr lang="en-US" dirty="0"/>
            <a:t>Test Precision: 0.888</a:t>
          </a:r>
        </a:p>
      </dgm:t>
    </dgm:pt>
    <dgm:pt modelId="{DBFFD87F-8840-4760-A374-0BDFBB5666C3}" type="parTrans" cxnId="{78752AB1-FD22-4BED-BB38-A3ED2A9DC47E}">
      <dgm:prSet/>
      <dgm:spPr/>
      <dgm:t>
        <a:bodyPr/>
        <a:lstStyle/>
        <a:p>
          <a:endParaRPr lang="en-US"/>
        </a:p>
      </dgm:t>
    </dgm:pt>
    <dgm:pt modelId="{0B71FF87-100C-4244-AB5E-4A661BFBF74C}" type="sibTrans" cxnId="{78752AB1-FD22-4BED-BB38-A3ED2A9DC47E}">
      <dgm:prSet/>
      <dgm:spPr/>
      <dgm:t>
        <a:bodyPr/>
        <a:lstStyle/>
        <a:p>
          <a:endParaRPr lang="en-US"/>
        </a:p>
      </dgm:t>
    </dgm:pt>
    <dgm:pt modelId="{EC398440-80E6-4764-B4C1-0E69C697164D}">
      <dgm:prSet/>
      <dgm:spPr/>
      <dgm:t>
        <a:bodyPr/>
        <a:lstStyle/>
        <a:p>
          <a:r>
            <a:rPr lang="en-US" dirty="0"/>
            <a:t>Test Recall: 0.93              </a:t>
          </a:r>
        </a:p>
      </dgm:t>
    </dgm:pt>
    <dgm:pt modelId="{B8D55FF3-C69C-4182-9F90-1AE278149322}" type="parTrans" cxnId="{55B65740-7185-41C3-9A74-D432A6CD4095}">
      <dgm:prSet/>
      <dgm:spPr/>
      <dgm:t>
        <a:bodyPr/>
        <a:lstStyle/>
        <a:p>
          <a:endParaRPr lang="en-US"/>
        </a:p>
      </dgm:t>
    </dgm:pt>
    <dgm:pt modelId="{B74EFC80-13AC-43BA-8051-11A446917F70}" type="sibTrans" cxnId="{55B65740-7185-41C3-9A74-D432A6CD4095}">
      <dgm:prSet/>
      <dgm:spPr/>
      <dgm:t>
        <a:bodyPr/>
        <a:lstStyle/>
        <a:p>
          <a:endParaRPr lang="en-US"/>
        </a:p>
      </dgm:t>
    </dgm:pt>
    <dgm:pt modelId="{39F50DF8-C957-47C8-B45A-78A7BE57A469}">
      <dgm:prSet/>
      <dgm:spPr/>
      <dgm:t>
        <a:bodyPr/>
        <a:lstStyle/>
        <a:p>
          <a:r>
            <a:rPr lang="en-US" dirty="0"/>
            <a:t>Test F1: 0.909</a:t>
          </a:r>
        </a:p>
      </dgm:t>
    </dgm:pt>
    <dgm:pt modelId="{D48AE3A2-9C9E-4994-A3EB-F2C89253817A}" type="parTrans" cxnId="{6BF3CF74-D52F-4BA7-AFB2-ABEAC19B715C}">
      <dgm:prSet/>
      <dgm:spPr/>
      <dgm:t>
        <a:bodyPr/>
        <a:lstStyle/>
        <a:p>
          <a:endParaRPr lang="en-US"/>
        </a:p>
      </dgm:t>
    </dgm:pt>
    <dgm:pt modelId="{4A336C67-A992-4FF6-9CF1-029B02076A79}" type="sibTrans" cxnId="{6BF3CF74-D52F-4BA7-AFB2-ABEAC19B715C}">
      <dgm:prSet/>
      <dgm:spPr/>
      <dgm:t>
        <a:bodyPr/>
        <a:lstStyle/>
        <a:p>
          <a:endParaRPr lang="en-US"/>
        </a:p>
      </dgm:t>
    </dgm:pt>
    <dgm:pt modelId="{080FF298-98F6-4EF7-97D2-1C58756D8FE7}">
      <dgm:prSet/>
      <dgm:spPr/>
      <dgm:t>
        <a:bodyPr/>
        <a:lstStyle/>
        <a:p>
          <a:r>
            <a:rPr lang="en-US" dirty="0"/>
            <a:t>DT ROC-AUC: 0.93</a:t>
          </a:r>
        </a:p>
      </dgm:t>
    </dgm:pt>
    <dgm:pt modelId="{90587489-41D1-4C46-8A0B-287319AD234B}" type="parTrans" cxnId="{EBED473B-55D5-46E5-889E-7D46A14FF769}">
      <dgm:prSet/>
      <dgm:spPr/>
      <dgm:t>
        <a:bodyPr/>
        <a:lstStyle/>
        <a:p>
          <a:endParaRPr lang="en-US"/>
        </a:p>
      </dgm:t>
    </dgm:pt>
    <dgm:pt modelId="{074D7B78-ADDE-4086-A905-D57380CFE00C}" type="sibTrans" cxnId="{EBED473B-55D5-46E5-889E-7D46A14FF769}">
      <dgm:prSet/>
      <dgm:spPr/>
      <dgm:t>
        <a:bodyPr/>
        <a:lstStyle/>
        <a:p>
          <a:endParaRPr lang="en-US"/>
        </a:p>
      </dgm:t>
    </dgm:pt>
    <dgm:pt modelId="{55BE6A6E-A262-4AB4-88BB-0373E88157F3}" type="pres">
      <dgm:prSet presAssocID="{B8BB9814-F7C5-423A-80B0-3A26DFEF548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56E8910-5309-4BCC-93F9-68DFAB4B845A}" type="pres">
      <dgm:prSet presAssocID="{80BC6469-1445-4610-960F-70538434B922}" presName="vertOne" presStyleCnt="0"/>
      <dgm:spPr/>
    </dgm:pt>
    <dgm:pt modelId="{84A61292-BEC5-4842-9439-7EF16CEEBC73}" type="pres">
      <dgm:prSet presAssocID="{80BC6469-1445-4610-960F-70538434B922}" presName="txOne" presStyleLbl="node0" presStyleIdx="0" presStyleCnt="5">
        <dgm:presLayoutVars>
          <dgm:chPref val="3"/>
        </dgm:presLayoutVars>
      </dgm:prSet>
      <dgm:spPr/>
    </dgm:pt>
    <dgm:pt modelId="{1B8509F5-1EB6-4CAF-BB7B-0CFBEE296A35}" type="pres">
      <dgm:prSet presAssocID="{80BC6469-1445-4610-960F-70538434B922}" presName="horzOne" presStyleCnt="0"/>
      <dgm:spPr/>
    </dgm:pt>
    <dgm:pt modelId="{4C87ECFC-7936-4588-A37C-B19B09E72960}" type="pres">
      <dgm:prSet presAssocID="{6AA517D8-6A86-469F-85A4-22A2526D1027}" presName="sibSpaceOne" presStyleCnt="0"/>
      <dgm:spPr/>
    </dgm:pt>
    <dgm:pt modelId="{81DF254D-B454-4E16-93B5-ABBF8304F2FD}" type="pres">
      <dgm:prSet presAssocID="{14E39F8E-8E19-4ECA-A6C4-9C91EAFA1C1E}" presName="vertOne" presStyleCnt="0"/>
      <dgm:spPr/>
    </dgm:pt>
    <dgm:pt modelId="{DEF29E38-37C0-446C-871B-92D0C2DD7292}" type="pres">
      <dgm:prSet presAssocID="{14E39F8E-8E19-4ECA-A6C4-9C91EAFA1C1E}" presName="txOne" presStyleLbl="node0" presStyleIdx="1" presStyleCnt="5">
        <dgm:presLayoutVars>
          <dgm:chPref val="3"/>
        </dgm:presLayoutVars>
      </dgm:prSet>
      <dgm:spPr/>
    </dgm:pt>
    <dgm:pt modelId="{B4AB1FFE-D476-4143-ADE9-8EBE30805674}" type="pres">
      <dgm:prSet presAssocID="{14E39F8E-8E19-4ECA-A6C4-9C91EAFA1C1E}" presName="horzOne" presStyleCnt="0"/>
      <dgm:spPr/>
    </dgm:pt>
    <dgm:pt modelId="{BB7C231E-9529-43E1-8895-C77EC8F38372}" type="pres">
      <dgm:prSet presAssocID="{0B71FF87-100C-4244-AB5E-4A661BFBF74C}" presName="sibSpaceOne" presStyleCnt="0"/>
      <dgm:spPr/>
    </dgm:pt>
    <dgm:pt modelId="{E26707CC-9623-4045-BCC5-DC05827AC159}" type="pres">
      <dgm:prSet presAssocID="{EC398440-80E6-4764-B4C1-0E69C697164D}" presName="vertOne" presStyleCnt="0"/>
      <dgm:spPr/>
    </dgm:pt>
    <dgm:pt modelId="{26DD5604-8471-4F74-9E8B-16FF653C2557}" type="pres">
      <dgm:prSet presAssocID="{EC398440-80E6-4764-B4C1-0E69C697164D}" presName="txOne" presStyleLbl="node0" presStyleIdx="2" presStyleCnt="5">
        <dgm:presLayoutVars>
          <dgm:chPref val="3"/>
        </dgm:presLayoutVars>
      </dgm:prSet>
      <dgm:spPr/>
    </dgm:pt>
    <dgm:pt modelId="{034DA089-7672-4322-8426-9E7F05D9DAE4}" type="pres">
      <dgm:prSet presAssocID="{EC398440-80E6-4764-B4C1-0E69C697164D}" presName="horzOne" presStyleCnt="0"/>
      <dgm:spPr/>
    </dgm:pt>
    <dgm:pt modelId="{C2CE1088-B9D0-49F5-94AF-24D04E4E28C2}" type="pres">
      <dgm:prSet presAssocID="{B74EFC80-13AC-43BA-8051-11A446917F70}" presName="sibSpaceOne" presStyleCnt="0"/>
      <dgm:spPr/>
    </dgm:pt>
    <dgm:pt modelId="{983DC55B-14BF-4ADC-89E6-528837B61EE8}" type="pres">
      <dgm:prSet presAssocID="{39F50DF8-C957-47C8-B45A-78A7BE57A469}" presName="vertOne" presStyleCnt="0"/>
      <dgm:spPr/>
    </dgm:pt>
    <dgm:pt modelId="{1D0F3509-30CB-4FFF-8CA9-FBB960B920DE}" type="pres">
      <dgm:prSet presAssocID="{39F50DF8-C957-47C8-B45A-78A7BE57A469}" presName="txOne" presStyleLbl="node0" presStyleIdx="3" presStyleCnt="5" custLinFactNeighborY="694">
        <dgm:presLayoutVars>
          <dgm:chPref val="3"/>
        </dgm:presLayoutVars>
      </dgm:prSet>
      <dgm:spPr/>
    </dgm:pt>
    <dgm:pt modelId="{F7F73344-AD40-4821-A2BE-3A2CBBF5B8BE}" type="pres">
      <dgm:prSet presAssocID="{39F50DF8-C957-47C8-B45A-78A7BE57A469}" presName="horzOne" presStyleCnt="0"/>
      <dgm:spPr/>
    </dgm:pt>
    <dgm:pt modelId="{C2141431-FC0F-4B3B-AEFD-D192E09F420E}" type="pres">
      <dgm:prSet presAssocID="{4A336C67-A992-4FF6-9CF1-029B02076A79}" presName="sibSpaceOne" presStyleCnt="0"/>
      <dgm:spPr/>
    </dgm:pt>
    <dgm:pt modelId="{B0AAA23E-770D-4D71-9FE0-381F8FC26C55}" type="pres">
      <dgm:prSet presAssocID="{080FF298-98F6-4EF7-97D2-1C58756D8FE7}" presName="vertOne" presStyleCnt="0"/>
      <dgm:spPr/>
    </dgm:pt>
    <dgm:pt modelId="{274117A1-2718-4093-891A-9A30A8D0AD5A}" type="pres">
      <dgm:prSet presAssocID="{080FF298-98F6-4EF7-97D2-1C58756D8FE7}" presName="txOne" presStyleLbl="node0" presStyleIdx="4" presStyleCnt="5">
        <dgm:presLayoutVars>
          <dgm:chPref val="3"/>
        </dgm:presLayoutVars>
      </dgm:prSet>
      <dgm:spPr/>
    </dgm:pt>
    <dgm:pt modelId="{55FA213F-1341-40D4-8EE5-D3657593415C}" type="pres">
      <dgm:prSet presAssocID="{080FF298-98F6-4EF7-97D2-1C58756D8FE7}" presName="horzOne" presStyleCnt="0"/>
      <dgm:spPr/>
    </dgm:pt>
  </dgm:ptLst>
  <dgm:cxnLst>
    <dgm:cxn modelId="{196D702A-470F-4BF4-8030-80D0C39F17B2}" type="presOf" srcId="{EC398440-80E6-4764-B4C1-0E69C697164D}" destId="{26DD5604-8471-4F74-9E8B-16FF653C2557}" srcOrd="0" destOrd="0" presId="urn:microsoft.com/office/officeart/2005/8/layout/architecture"/>
    <dgm:cxn modelId="{4864AD35-21C0-4ABD-AC6B-2B7856880FF5}" type="presOf" srcId="{B8BB9814-F7C5-423A-80B0-3A26DFEF5482}" destId="{55BE6A6E-A262-4AB4-88BB-0373E88157F3}" srcOrd="0" destOrd="0" presId="urn:microsoft.com/office/officeart/2005/8/layout/architecture"/>
    <dgm:cxn modelId="{EBED473B-55D5-46E5-889E-7D46A14FF769}" srcId="{B8BB9814-F7C5-423A-80B0-3A26DFEF5482}" destId="{080FF298-98F6-4EF7-97D2-1C58756D8FE7}" srcOrd="4" destOrd="0" parTransId="{90587489-41D1-4C46-8A0B-287319AD234B}" sibTransId="{074D7B78-ADDE-4086-A905-D57380CFE00C}"/>
    <dgm:cxn modelId="{55B65740-7185-41C3-9A74-D432A6CD4095}" srcId="{B8BB9814-F7C5-423A-80B0-3A26DFEF5482}" destId="{EC398440-80E6-4764-B4C1-0E69C697164D}" srcOrd="2" destOrd="0" parTransId="{B8D55FF3-C69C-4182-9F90-1AE278149322}" sibTransId="{B74EFC80-13AC-43BA-8051-11A446917F70}"/>
    <dgm:cxn modelId="{6E40D363-EC39-467F-AD74-5FE95B7E536F}" type="presOf" srcId="{39F50DF8-C957-47C8-B45A-78A7BE57A469}" destId="{1D0F3509-30CB-4FFF-8CA9-FBB960B920DE}" srcOrd="0" destOrd="0" presId="urn:microsoft.com/office/officeart/2005/8/layout/architecture"/>
    <dgm:cxn modelId="{540DCA51-9DD6-4624-8E2B-340FD88B84C7}" type="presOf" srcId="{080FF298-98F6-4EF7-97D2-1C58756D8FE7}" destId="{274117A1-2718-4093-891A-9A30A8D0AD5A}" srcOrd="0" destOrd="0" presId="urn:microsoft.com/office/officeart/2005/8/layout/architecture"/>
    <dgm:cxn modelId="{6BF3CF74-D52F-4BA7-AFB2-ABEAC19B715C}" srcId="{B8BB9814-F7C5-423A-80B0-3A26DFEF5482}" destId="{39F50DF8-C957-47C8-B45A-78A7BE57A469}" srcOrd="3" destOrd="0" parTransId="{D48AE3A2-9C9E-4994-A3EB-F2C89253817A}" sibTransId="{4A336C67-A992-4FF6-9CF1-029B02076A79}"/>
    <dgm:cxn modelId="{1399A875-2114-4D58-973E-24430B6B6EA7}" type="presOf" srcId="{14E39F8E-8E19-4ECA-A6C4-9C91EAFA1C1E}" destId="{DEF29E38-37C0-446C-871B-92D0C2DD7292}" srcOrd="0" destOrd="0" presId="urn:microsoft.com/office/officeart/2005/8/layout/architecture"/>
    <dgm:cxn modelId="{AF9727AD-C5C3-40C8-A64D-80482AB3F3A8}" type="presOf" srcId="{80BC6469-1445-4610-960F-70538434B922}" destId="{84A61292-BEC5-4842-9439-7EF16CEEBC73}" srcOrd="0" destOrd="0" presId="urn:microsoft.com/office/officeart/2005/8/layout/architecture"/>
    <dgm:cxn modelId="{78752AB1-FD22-4BED-BB38-A3ED2A9DC47E}" srcId="{B8BB9814-F7C5-423A-80B0-3A26DFEF5482}" destId="{14E39F8E-8E19-4ECA-A6C4-9C91EAFA1C1E}" srcOrd="1" destOrd="0" parTransId="{DBFFD87F-8840-4760-A374-0BDFBB5666C3}" sibTransId="{0B71FF87-100C-4244-AB5E-4A661BFBF74C}"/>
    <dgm:cxn modelId="{BEADA1FD-2469-4984-A68F-D0E6E77F61D4}" srcId="{B8BB9814-F7C5-423A-80B0-3A26DFEF5482}" destId="{80BC6469-1445-4610-960F-70538434B922}" srcOrd="0" destOrd="0" parTransId="{5DA785E3-DCEC-45CB-839E-4825260FD945}" sibTransId="{6AA517D8-6A86-469F-85A4-22A2526D1027}"/>
    <dgm:cxn modelId="{C2861048-3BE7-4243-9050-6418C6EA9F41}" type="presParOf" srcId="{55BE6A6E-A262-4AB4-88BB-0373E88157F3}" destId="{656E8910-5309-4BCC-93F9-68DFAB4B845A}" srcOrd="0" destOrd="0" presId="urn:microsoft.com/office/officeart/2005/8/layout/architecture"/>
    <dgm:cxn modelId="{D0BD7ED9-ACC6-4A99-8875-0F40910E520A}" type="presParOf" srcId="{656E8910-5309-4BCC-93F9-68DFAB4B845A}" destId="{84A61292-BEC5-4842-9439-7EF16CEEBC73}" srcOrd="0" destOrd="0" presId="urn:microsoft.com/office/officeart/2005/8/layout/architecture"/>
    <dgm:cxn modelId="{8CC93DD8-F712-44D0-881D-FDCF18AC581A}" type="presParOf" srcId="{656E8910-5309-4BCC-93F9-68DFAB4B845A}" destId="{1B8509F5-1EB6-4CAF-BB7B-0CFBEE296A35}" srcOrd="1" destOrd="0" presId="urn:microsoft.com/office/officeart/2005/8/layout/architecture"/>
    <dgm:cxn modelId="{1C5F0FB7-B482-4C37-966A-FDF814870427}" type="presParOf" srcId="{55BE6A6E-A262-4AB4-88BB-0373E88157F3}" destId="{4C87ECFC-7936-4588-A37C-B19B09E72960}" srcOrd="1" destOrd="0" presId="urn:microsoft.com/office/officeart/2005/8/layout/architecture"/>
    <dgm:cxn modelId="{89F5DBE0-C773-403A-9194-8D76B33781F1}" type="presParOf" srcId="{55BE6A6E-A262-4AB4-88BB-0373E88157F3}" destId="{81DF254D-B454-4E16-93B5-ABBF8304F2FD}" srcOrd="2" destOrd="0" presId="urn:microsoft.com/office/officeart/2005/8/layout/architecture"/>
    <dgm:cxn modelId="{33B79DD1-12C0-439C-BDD7-282D577DA304}" type="presParOf" srcId="{81DF254D-B454-4E16-93B5-ABBF8304F2FD}" destId="{DEF29E38-37C0-446C-871B-92D0C2DD7292}" srcOrd="0" destOrd="0" presId="urn:microsoft.com/office/officeart/2005/8/layout/architecture"/>
    <dgm:cxn modelId="{EB87E020-F8BE-430C-A7CA-63283FE45013}" type="presParOf" srcId="{81DF254D-B454-4E16-93B5-ABBF8304F2FD}" destId="{B4AB1FFE-D476-4143-ADE9-8EBE30805674}" srcOrd="1" destOrd="0" presId="urn:microsoft.com/office/officeart/2005/8/layout/architecture"/>
    <dgm:cxn modelId="{4CAEEF8B-3AC1-465B-8A80-F2614B00C58C}" type="presParOf" srcId="{55BE6A6E-A262-4AB4-88BB-0373E88157F3}" destId="{BB7C231E-9529-43E1-8895-C77EC8F38372}" srcOrd="3" destOrd="0" presId="urn:microsoft.com/office/officeart/2005/8/layout/architecture"/>
    <dgm:cxn modelId="{58DB25B1-1255-426F-B43E-D78163114BF8}" type="presParOf" srcId="{55BE6A6E-A262-4AB4-88BB-0373E88157F3}" destId="{E26707CC-9623-4045-BCC5-DC05827AC159}" srcOrd="4" destOrd="0" presId="urn:microsoft.com/office/officeart/2005/8/layout/architecture"/>
    <dgm:cxn modelId="{A3483F70-E31B-4538-A1FB-941215A5B14A}" type="presParOf" srcId="{E26707CC-9623-4045-BCC5-DC05827AC159}" destId="{26DD5604-8471-4F74-9E8B-16FF653C2557}" srcOrd="0" destOrd="0" presId="urn:microsoft.com/office/officeart/2005/8/layout/architecture"/>
    <dgm:cxn modelId="{00EC7467-154D-4C00-AE57-B9CED5AE4D96}" type="presParOf" srcId="{E26707CC-9623-4045-BCC5-DC05827AC159}" destId="{034DA089-7672-4322-8426-9E7F05D9DAE4}" srcOrd="1" destOrd="0" presId="urn:microsoft.com/office/officeart/2005/8/layout/architecture"/>
    <dgm:cxn modelId="{2FC87435-CA6D-4280-A316-B08D2F4B92E5}" type="presParOf" srcId="{55BE6A6E-A262-4AB4-88BB-0373E88157F3}" destId="{C2CE1088-B9D0-49F5-94AF-24D04E4E28C2}" srcOrd="5" destOrd="0" presId="urn:microsoft.com/office/officeart/2005/8/layout/architecture"/>
    <dgm:cxn modelId="{7761C33F-1281-430C-8DEF-ACD62F6F8BD0}" type="presParOf" srcId="{55BE6A6E-A262-4AB4-88BB-0373E88157F3}" destId="{983DC55B-14BF-4ADC-89E6-528837B61EE8}" srcOrd="6" destOrd="0" presId="urn:microsoft.com/office/officeart/2005/8/layout/architecture"/>
    <dgm:cxn modelId="{9FEE91E4-77B8-49A8-AF5C-59599B90939A}" type="presParOf" srcId="{983DC55B-14BF-4ADC-89E6-528837B61EE8}" destId="{1D0F3509-30CB-4FFF-8CA9-FBB960B920DE}" srcOrd="0" destOrd="0" presId="urn:microsoft.com/office/officeart/2005/8/layout/architecture"/>
    <dgm:cxn modelId="{5D38D902-3B79-487E-A16E-453C9FD869C6}" type="presParOf" srcId="{983DC55B-14BF-4ADC-89E6-528837B61EE8}" destId="{F7F73344-AD40-4821-A2BE-3A2CBBF5B8BE}" srcOrd="1" destOrd="0" presId="urn:microsoft.com/office/officeart/2005/8/layout/architecture"/>
    <dgm:cxn modelId="{CB0C9C78-DD83-4BD8-A56C-3D2A51A047CE}" type="presParOf" srcId="{55BE6A6E-A262-4AB4-88BB-0373E88157F3}" destId="{C2141431-FC0F-4B3B-AEFD-D192E09F420E}" srcOrd="7" destOrd="0" presId="urn:microsoft.com/office/officeart/2005/8/layout/architecture"/>
    <dgm:cxn modelId="{4D848465-89FA-4541-BF8A-FE8C6C2529FE}" type="presParOf" srcId="{55BE6A6E-A262-4AB4-88BB-0373E88157F3}" destId="{B0AAA23E-770D-4D71-9FE0-381F8FC26C55}" srcOrd="8" destOrd="0" presId="urn:microsoft.com/office/officeart/2005/8/layout/architecture"/>
    <dgm:cxn modelId="{78B4385D-2550-4784-84F8-EFCCC9C88DD9}" type="presParOf" srcId="{B0AAA23E-770D-4D71-9FE0-381F8FC26C55}" destId="{274117A1-2718-4093-891A-9A30A8D0AD5A}" srcOrd="0" destOrd="0" presId="urn:microsoft.com/office/officeart/2005/8/layout/architecture"/>
    <dgm:cxn modelId="{89F4BC73-4D13-455A-A4C8-75D17CEA3B93}" type="presParOf" srcId="{B0AAA23E-770D-4D71-9FE0-381F8FC26C55}" destId="{55FA213F-1341-40D4-8EE5-D3657593415C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8BB9814-F7C5-423A-80B0-3A26DFEF5482}" type="doc">
      <dgm:prSet loTypeId="urn:microsoft.com/office/officeart/2005/8/layout/architecture" loCatId="hierarchy" qsTypeId="urn:microsoft.com/office/officeart/2005/8/quickstyle/simple5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80BC6469-1445-4610-960F-70538434B922}">
      <dgm:prSet/>
      <dgm:spPr/>
      <dgm:t>
        <a:bodyPr/>
        <a:lstStyle/>
        <a:p>
          <a:r>
            <a:rPr lang="en-US" dirty="0"/>
            <a:t>Test Accuracy: 0.891                                  </a:t>
          </a:r>
        </a:p>
      </dgm:t>
    </dgm:pt>
    <dgm:pt modelId="{5DA785E3-DCEC-45CB-839E-4825260FD945}" type="parTrans" cxnId="{BEADA1FD-2469-4984-A68F-D0E6E77F61D4}">
      <dgm:prSet/>
      <dgm:spPr/>
      <dgm:t>
        <a:bodyPr/>
        <a:lstStyle/>
        <a:p>
          <a:endParaRPr lang="en-US"/>
        </a:p>
      </dgm:t>
    </dgm:pt>
    <dgm:pt modelId="{6AA517D8-6A86-469F-85A4-22A2526D1027}" type="sibTrans" cxnId="{BEADA1FD-2469-4984-A68F-D0E6E77F61D4}">
      <dgm:prSet/>
      <dgm:spPr/>
      <dgm:t>
        <a:bodyPr/>
        <a:lstStyle/>
        <a:p>
          <a:endParaRPr lang="en-US"/>
        </a:p>
      </dgm:t>
    </dgm:pt>
    <dgm:pt modelId="{14E39F8E-8E19-4ECA-A6C4-9C91EAFA1C1E}">
      <dgm:prSet/>
      <dgm:spPr/>
      <dgm:t>
        <a:bodyPr/>
        <a:lstStyle/>
        <a:p>
          <a:r>
            <a:rPr lang="en-US" dirty="0"/>
            <a:t>Test Precision: 0.887</a:t>
          </a:r>
        </a:p>
      </dgm:t>
    </dgm:pt>
    <dgm:pt modelId="{DBFFD87F-8840-4760-A374-0BDFBB5666C3}" type="parTrans" cxnId="{78752AB1-FD22-4BED-BB38-A3ED2A9DC47E}">
      <dgm:prSet/>
      <dgm:spPr/>
      <dgm:t>
        <a:bodyPr/>
        <a:lstStyle/>
        <a:p>
          <a:endParaRPr lang="en-US"/>
        </a:p>
      </dgm:t>
    </dgm:pt>
    <dgm:pt modelId="{0B71FF87-100C-4244-AB5E-4A661BFBF74C}" type="sibTrans" cxnId="{78752AB1-FD22-4BED-BB38-A3ED2A9DC47E}">
      <dgm:prSet/>
      <dgm:spPr/>
      <dgm:t>
        <a:bodyPr/>
        <a:lstStyle/>
        <a:p>
          <a:endParaRPr lang="en-US"/>
        </a:p>
      </dgm:t>
    </dgm:pt>
    <dgm:pt modelId="{EC398440-80E6-4764-B4C1-0E69C697164D}">
      <dgm:prSet/>
      <dgm:spPr/>
      <dgm:t>
        <a:bodyPr/>
        <a:lstStyle/>
        <a:p>
          <a:r>
            <a:rPr lang="en-US" dirty="0"/>
            <a:t>Test Recall: 0.92              </a:t>
          </a:r>
        </a:p>
      </dgm:t>
    </dgm:pt>
    <dgm:pt modelId="{B8D55FF3-C69C-4182-9F90-1AE278149322}" type="parTrans" cxnId="{55B65740-7185-41C3-9A74-D432A6CD4095}">
      <dgm:prSet/>
      <dgm:spPr/>
      <dgm:t>
        <a:bodyPr/>
        <a:lstStyle/>
        <a:p>
          <a:endParaRPr lang="en-US"/>
        </a:p>
      </dgm:t>
    </dgm:pt>
    <dgm:pt modelId="{B74EFC80-13AC-43BA-8051-11A446917F70}" type="sibTrans" cxnId="{55B65740-7185-41C3-9A74-D432A6CD4095}">
      <dgm:prSet/>
      <dgm:spPr/>
      <dgm:t>
        <a:bodyPr/>
        <a:lstStyle/>
        <a:p>
          <a:endParaRPr lang="en-US"/>
        </a:p>
      </dgm:t>
    </dgm:pt>
    <dgm:pt modelId="{39F50DF8-C957-47C8-B45A-78A7BE57A469}">
      <dgm:prSet/>
      <dgm:spPr/>
      <dgm:t>
        <a:bodyPr/>
        <a:lstStyle/>
        <a:p>
          <a:r>
            <a:rPr lang="en-US" dirty="0"/>
            <a:t>Test F1: 0.904</a:t>
          </a:r>
        </a:p>
      </dgm:t>
    </dgm:pt>
    <dgm:pt modelId="{D48AE3A2-9C9E-4994-A3EB-F2C89253817A}" type="parTrans" cxnId="{6BF3CF74-D52F-4BA7-AFB2-ABEAC19B715C}">
      <dgm:prSet/>
      <dgm:spPr/>
      <dgm:t>
        <a:bodyPr/>
        <a:lstStyle/>
        <a:p>
          <a:endParaRPr lang="en-US"/>
        </a:p>
      </dgm:t>
    </dgm:pt>
    <dgm:pt modelId="{4A336C67-A992-4FF6-9CF1-029B02076A79}" type="sibTrans" cxnId="{6BF3CF74-D52F-4BA7-AFB2-ABEAC19B715C}">
      <dgm:prSet/>
      <dgm:spPr/>
      <dgm:t>
        <a:bodyPr/>
        <a:lstStyle/>
        <a:p>
          <a:endParaRPr lang="en-US"/>
        </a:p>
      </dgm:t>
    </dgm:pt>
    <dgm:pt modelId="{080FF298-98F6-4EF7-97D2-1C58756D8FE7}">
      <dgm:prSet/>
      <dgm:spPr/>
      <dgm:t>
        <a:bodyPr/>
        <a:lstStyle/>
        <a:p>
          <a:r>
            <a:rPr lang="en-US" dirty="0"/>
            <a:t>DT ROC-AUC: 0.930</a:t>
          </a:r>
        </a:p>
      </dgm:t>
    </dgm:pt>
    <dgm:pt modelId="{90587489-41D1-4C46-8A0B-287319AD234B}" type="parTrans" cxnId="{EBED473B-55D5-46E5-889E-7D46A14FF769}">
      <dgm:prSet/>
      <dgm:spPr/>
      <dgm:t>
        <a:bodyPr/>
        <a:lstStyle/>
        <a:p>
          <a:endParaRPr lang="en-US"/>
        </a:p>
      </dgm:t>
    </dgm:pt>
    <dgm:pt modelId="{074D7B78-ADDE-4086-A905-D57380CFE00C}" type="sibTrans" cxnId="{EBED473B-55D5-46E5-889E-7D46A14FF769}">
      <dgm:prSet/>
      <dgm:spPr/>
      <dgm:t>
        <a:bodyPr/>
        <a:lstStyle/>
        <a:p>
          <a:endParaRPr lang="en-US"/>
        </a:p>
      </dgm:t>
    </dgm:pt>
    <dgm:pt modelId="{55BE6A6E-A262-4AB4-88BB-0373E88157F3}" type="pres">
      <dgm:prSet presAssocID="{B8BB9814-F7C5-423A-80B0-3A26DFEF548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56E8910-5309-4BCC-93F9-68DFAB4B845A}" type="pres">
      <dgm:prSet presAssocID="{80BC6469-1445-4610-960F-70538434B922}" presName="vertOne" presStyleCnt="0"/>
      <dgm:spPr/>
    </dgm:pt>
    <dgm:pt modelId="{84A61292-BEC5-4842-9439-7EF16CEEBC73}" type="pres">
      <dgm:prSet presAssocID="{80BC6469-1445-4610-960F-70538434B922}" presName="txOne" presStyleLbl="node0" presStyleIdx="0" presStyleCnt="5">
        <dgm:presLayoutVars>
          <dgm:chPref val="3"/>
        </dgm:presLayoutVars>
      </dgm:prSet>
      <dgm:spPr/>
    </dgm:pt>
    <dgm:pt modelId="{1B8509F5-1EB6-4CAF-BB7B-0CFBEE296A35}" type="pres">
      <dgm:prSet presAssocID="{80BC6469-1445-4610-960F-70538434B922}" presName="horzOne" presStyleCnt="0"/>
      <dgm:spPr/>
    </dgm:pt>
    <dgm:pt modelId="{4C87ECFC-7936-4588-A37C-B19B09E72960}" type="pres">
      <dgm:prSet presAssocID="{6AA517D8-6A86-469F-85A4-22A2526D1027}" presName="sibSpaceOne" presStyleCnt="0"/>
      <dgm:spPr/>
    </dgm:pt>
    <dgm:pt modelId="{81DF254D-B454-4E16-93B5-ABBF8304F2FD}" type="pres">
      <dgm:prSet presAssocID="{14E39F8E-8E19-4ECA-A6C4-9C91EAFA1C1E}" presName="vertOne" presStyleCnt="0"/>
      <dgm:spPr/>
    </dgm:pt>
    <dgm:pt modelId="{DEF29E38-37C0-446C-871B-92D0C2DD7292}" type="pres">
      <dgm:prSet presAssocID="{14E39F8E-8E19-4ECA-A6C4-9C91EAFA1C1E}" presName="txOne" presStyleLbl="node0" presStyleIdx="1" presStyleCnt="5">
        <dgm:presLayoutVars>
          <dgm:chPref val="3"/>
        </dgm:presLayoutVars>
      </dgm:prSet>
      <dgm:spPr/>
    </dgm:pt>
    <dgm:pt modelId="{B4AB1FFE-D476-4143-ADE9-8EBE30805674}" type="pres">
      <dgm:prSet presAssocID="{14E39F8E-8E19-4ECA-A6C4-9C91EAFA1C1E}" presName="horzOne" presStyleCnt="0"/>
      <dgm:spPr/>
    </dgm:pt>
    <dgm:pt modelId="{BB7C231E-9529-43E1-8895-C77EC8F38372}" type="pres">
      <dgm:prSet presAssocID="{0B71FF87-100C-4244-AB5E-4A661BFBF74C}" presName="sibSpaceOne" presStyleCnt="0"/>
      <dgm:spPr/>
    </dgm:pt>
    <dgm:pt modelId="{E26707CC-9623-4045-BCC5-DC05827AC159}" type="pres">
      <dgm:prSet presAssocID="{EC398440-80E6-4764-B4C1-0E69C697164D}" presName="vertOne" presStyleCnt="0"/>
      <dgm:spPr/>
    </dgm:pt>
    <dgm:pt modelId="{26DD5604-8471-4F74-9E8B-16FF653C2557}" type="pres">
      <dgm:prSet presAssocID="{EC398440-80E6-4764-B4C1-0E69C697164D}" presName="txOne" presStyleLbl="node0" presStyleIdx="2" presStyleCnt="5">
        <dgm:presLayoutVars>
          <dgm:chPref val="3"/>
        </dgm:presLayoutVars>
      </dgm:prSet>
      <dgm:spPr/>
    </dgm:pt>
    <dgm:pt modelId="{034DA089-7672-4322-8426-9E7F05D9DAE4}" type="pres">
      <dgm:prSet presAssocID="{EC398440-80E6-4764-B4C1-0E69C697164D}" presName="horzOne" presStyleCnt="0"/>
      <dgm:spPr/>
    </dgm:pt>
    <dgm:pt modelId="{C2CE1088-B9D0-49F5-94AF-24D04E4E28C2}" type="pres">
      <dgm:prSet presAssocID="{B74EFC80-13AC-43BA-8051-11A446917F70}" presName="sibSpaceOne" presStyleCnt="0"/>
      <dgm:spPr/>
    </dgm:pt>
    <dgm:pt modelId="{983DC55B-14BF-4ADC-89E6-528837B61EE8}" type="pres">
      <dgm:prSet presAssocID="{39F50DF8-C957-47C8-B45A-78A7BE57A469}" presName="vertOne" presStyleCnt="0"/>
      <dgm:spPr/>
    </dgm:pt>
    <dgm:pt modelId="{1D0F3509-30CB-4FFF-8CA9-FBB960B920DE}" type="pres">
      <dgm:prSet presAssocID="{39F50DF8-C957-47C8-B45A-78A7BE57A469}" presName="txOne" presStyleLbl="node0" presStyleIdx="3" presStyleCnt="5" custLinFactNeighborY="694">
        <dgm:presLayoutVars>
          <dgm:chPref val="3"/>
        </dgm:presLayoutVars>
      </dgm:prSet>
      <dgm:spPr/>
    </dgm:pt>
    <dgm:pt modelId="{F7F73344-AD40-4821-A2BE-3A2CBBF5B8BE}" type="pres">
      <dgm:prSet presAssocID="{39F50DF8-C957-47C8-B45A-78A7BE57A469}" presName="horzOne" presStyleCnt="0"/>
      <dgm:spPr/>
    </dgm:pt>
    <dgm:pt modelId="{C2141431-FC0F-4B3B-AEFD-D192E09F420E}" type="pres">
      <dgm:prSet presAssocID="{4A336C67-A992-4FF6-9CF1-029B02076A79}" presName="sibSpaceOne" presStyleCnt="0"/>
      <dgm:spPr/>
    </dgm:pt>
    <dgm:pt modelId="{B0AAA23E-770D-4D71-9FE0-381F8FC26C55}" type="pres">
      <dgm:prSet presAssocID="{080FF298-98F6-4EF7-97D2-1C58756D8FE7}" presName="vertOne" presStyleCnt="0"/>
      <dgm:spPr/>
    </dgm:pt>
    <dgm:pt modelId="{274117A1-2718-4093-891A-9A30A8D0AD5A}" type="pres">
      <dgm:prSet presAssocID="{080FF298-98F6-4EF7-97D2-1C58756D8FE7}" presName="txOne" presStyleLbl="node0" presStyleIdx="4" presStyleCnt="5">
        <dgm:presLayoutVars>
          <dgm:chPref val="3"/>
        </dgm:presLayoutVars>
      </dgm:prSet>
      <dgm:spPr/>
    </dgm:pt>
    <dgm:pt modelId="{55FA213F-1341-40D4-8EE5-D3657593415C}" type="pres">
      <dgm:prSet presAssocID="{080FF298-98F6-4EF7-97D2-1C58756D8FE7}" presName="horzOne" presStyleCnt="0"/>
      <dgm:spPr/>
    </dgm:pt>
  </dgm:ptLst>
  <dgm:cxnLst>
    <dgm:cxn modelId="{196D702A-470F-4BF4-8030-80D0C39F17B2}" type="presOf" srcId="{EC398440-80E6-4764-B4C1-0E69C697164D}" destId="{26DD5604-8471-4F74-9E8B-16FF653C2557}" srcOrd="0" destOrd="0" presId="urn:microsoft.com/office/officeart/2005/8/layout/architecture"/>
    <dgm:cxn modelId="{4864AD35-21C0-4ABD-AC6B-2B7856880FF5}" type="presOf" srcId="{B8BB9814-F7C5-423A-80B0-3A26DFEF5482}" destId="{55BE6A6E-A262-4AB4-88BB-0373E88157F3}" srcOrd="0" destOrd="0" presId="urn:microsoft.com/office/officeart/2005/8/layout/architecture"/>
    <dgm:cxn modelId="{EBED473B-55D5-46E5-889E-7D46A14FF769}" srcId="{B8BB9814-F7C5-423A-80B0-3A26DFEF5482}" destId="{080FF298-98F6-4EF7-97D2-1C58756D8FE7}" srcOrd="4" destOrd="0" parTransId="{90587489-41D1-4C46-8A0B-287319AD234B}" sibTransId="{074D7B78-ADDE-4086-A905-D57380CFE00C}"/>
    <dgm:cxn modelId="{55B65740-7185-41C3-9A74-D432A6CD4095}" srcId="{B8BB9814-F7C5-423A-80B0-3A26DFEF5482}" destId="{EC398440-80E6-4764-B4C1-0E69C697164D}" srcOrd="2" destOrd="0" parTransId="{B8D55FF3-C69C-4182-9F90-1AE278149322}" sibTransId="{B74EFC80-13AC-43BA-8051-11A446917F70}"/>
    <dgm:cxn modelId="{6E40D363-EC39-467F-AD74-5FE95B7E536F}" type="presOf" srcId="{39F50DF8-C957-47C8-B45A-78A7BE57A469}" destId="{1D0F3509-30CB-4FFF-8CA9-FBB960B920DE}" srcOrd="0" destOrd="0" presId="urn:microsoft.com/office/officeart/2005/8/layout/architecture"/>
    <dgm:cxn modelId="{540DCA51-9DD6-4624-8E2B-340FD88B84C7}" type="presOf" srcId="{080FF298-98F6-4EF7-97D2-1C58756D8FE7}" destId="{274117A1-2718-4093-891A-9A30A8D0AD5A}" srcOrd="0" destOrd="0" presId="urn:microsoft.com/office/officeart/2005/8/layout/architecture"/>
    <dgm:cxn modelId="{6BF3CF74-D52F-4BA7-AFB2-ABEAC19B715C}" srcId="{B8BB9814-F7C5-423A-80B0-3A26DFEF5482}" destId="{39F50DF8-C957-47C8-B45A-78A7BE57A469}" srcOrd="3" destOrd="0" parTransId="{D48AE3A2-9C9E-4994-A3EB-F2C89253817A}" sibTransId="{4A336C67-A992-4FF6-9CF1-029B02076A79}"/>
    <dgm:cxn modelId="{1399A875-2114-4D58-973E-24430B6B6EA7}" type="presOf" srcId="{14E39F8E-8E19-4ECA-A6C4-9C91EAFA1C1E}" destId="{DEF29E38-37C0-446C-871B-92D0C2DD7292}" srcOrd="0" destOrd="0" presId="urn:microsoft.com/office/officeart/2005/8/layout/architecture"/>
    <dgm:cxn modelId="{AF9727AD-C5C3-40C8-A64D-80482AB3F3A8}" type="presOf" srcId="{80BC6469-1445-4610-960F-70538434B922}" destId="{84A61292-BEC5-4842-9439-7EF16CEEBC73}" srcOrd="0" destOrd="0" presId="urn:microsoft.com/office/officeart/2005/8/layout/architecture"/>
    <dgm:cxn modelId="{78752AB1-FD22-4BED-BB38-A3ED2A9DC47E}" srcId="{B8BB9814-F7C5-423A-80B0-3A26DFEF5482}" destId="{14E39F8E-8E19-4ECA-A6C4-9C91EAFA1C1E}" srcOrd="1" destOrd="0" parTransId="{DBFFD87F-8840-4760-A374-0BDFBB5666C3}" sibTransId="{0B71FF87-100C-4244-AB5E-4A661BFBF74C}"/>
    <dgm:cxn modelId="{BEADA1FD-2469-4984-A68F-D0E6E77F61D4}" srcId="{B8BB9814-F7C5-423A-80B0-3A26DFEF5482}" destId="{80BC6469-1445-4610-960F-70538434B922}" srcOrd="0" destOrd="0" parTransId="{5DA785E3-DCEC-45CB-839E-4825260FD945}" sibTransId="{6AA517D8-6A86-469F-85A4-22A2526D1027}"/>
    <dgm:cxn modelId="{C2861048-3BE7-4243-9050-6418C6EA9F41}" type="presParOf" srcId="{55BE6A6E-A262-4AB4-88BB-0373E88157F3}" destId="{656E8910-5309-4BCC-93F9-68DFAB4B845A}" srcOrd="0" destOrd="0" presId="urn:microsoft.com/office/officeart/2005/8/layout/architecture"/>
    <dgm:cxn modelId="{D0BD7ED9-ACC6-4A99-8875-0F40910E520A}" type="presParOf" srcId="{656E8910-5309-4BCC-93F9-68DFAB4B845A}" destId="{84A61292-BEC5-4842-9439-7EF16CEEBC73}" srcOrd="0" destOrd="0" presId="urn:microsoft.com/office/officeart/2005/8/layout/architecture"/>
    <dgm:cxn modelId="{8CC93DD8-F712-44D0-881D-FDCF18AC581A}" type="presParOf" srcId="{656E8910-5309-4BCC-93F9-68DFAB4B845A}" destId="{1B8509F5-1EB6-4CAF-BB7B-0CFBEE296A35}" srcOrd="1" destOrd="0" presId="urn:microsoft.com/office/officeart/2005/8/layout/architecture"/>
    <dgm:cxn modelId="{1C5F0FB7-B482-4C37-966A-FDF814870427}" type="presParOf" srcId="{55BE6A6E-A262-4AB4-88BB-0373E88157F3}" destId="{4C87ECFC-7936-4588-A37C-B19B09E72960}" srcOrd="1" destOrd="0" presId="urn:microsoft.com/office/officeart/2005/8/layout/architecture"/>
    <dgm:cxn modelId="{89F5DBE0-C773-403A-9194-8D76B33781F1}" type="presParOf" srcId="{55BE6A6E-A262-4AB4-88BB-0373E88157F3}" destId="{81DF254D-B454-4E16-93B5-ABBF8304F2FD}" srcOrd="2" destOrd="0" presId="urn:microsoft.com/office/officeart/2005/8/layout/architecture"/>
    <dgm:cxn modelId="{33B79DD1-12C0-439C-BDD7-282D577DA304}" type="presParOf" srcId="{81DF254D-B454-4E16-93B5-ABBF8304F2FD}" destId="{DEF29E38-37C0-446C-871B-92D0C2DD7292}" srcOrd="0" destOrd="0" presId="urn:microsoft.com/office/officeart/2005/8/layout/architecture"/>
    <dgm:cxn modelId="{EB87E020-F8BE-430C-A7CA-63283FE45013}" type="presParOf" srcId="{81DF254D-B454-4E16-93B5-ABBF8304F2FD}" destId="{B4AB1FFE-D476-4143-ADE9-8EBE30805674}" srcOrd="1" destOrd="0" presId="urn:microsoft.com/office/officeart/2005/8/layout/architecture"/>
    <dgm:cxn modelId="{4CAEEF8B-3AC1-465B-8A80-F2614B00C58C}" type="presParOf" srcId="{55BE6A6E-A262-4AB4-88BB-0373E88157F3}" destId="{BB7C231E-9529-43E1-8895-C77EC8F38372}" srcOrd="3" destOrd="0" presId="urn:microsoft.com/office/officeart/2005/8/layout/architecture"/>
    <dgm:cxn modelId="{58DB25B1-1255-426F-B43E-D78163114BF8}" type="presParOf" srcId="{55BE6A6E-A262-4AB4-88BB-0373E88157F3}" destId="{E26707CC-9623-4045-BCC5-DC05827AC159}" srcOrd="4" destOrd="0" presId="urn:microsoft.com/office/officeart/2005/8/layout/architecture"/>
    <dgm:cxn modelId="{A3483F70-E31B-4538-A1FB-941215A5B14A}" type="presParOf" srcId="{E26707CC-9623-4045-BCC5-DC05827AC159}" destId="{26DD5604-8471-4F74-9E8B-16FF653C2557}" srcOrd="0" destOrd="0" presId="urn:microsoft.com/office/officeart/2005/8/layout/architecture"/>
    <dgm:cxn modelId="{00EC7467-154D-4C00-AE57-B9CED5AE4D96}" type="presParOf" srcId="{E26707CC-9623-4045-BCC5-DC05827AC159}" destId="{034DA089-7672-4322-8426-9E7F05D9DAE4}" srcOrd="1" destOrd="0" presId="urn:microsoft.com/office/officeart/2005/8/layout/architecture"/>
    <dgm:cxn modelId="{2FC87435-CA6D-4280-A316-B08D2F4B92E5}" type="presParOf" srcId="{55BE6A6E-A262-4AB4-88BB-0373E88157F3}" destId="{C2CE1088-B9D0-49F5-94AF-24D04E4E28C2}" srcOrd="5" destOrd="0" presId="urn:microsoft.com/office/officeart/2005/8/layout/architecture"/>
    <dgm:cxn modelId="{7761C33F-1281-430C-8DEF-ACD62F6F8BD0}" type="presParOf" srcId="{55BE6A6E-A262-4AB4-88BB-0373E88157F3}" destId="{983DC55B-14BF-4ADC-89E6-528837B61EE8}" srcOrd="6" destOrd="0" presId="urn:microsoft.com/office/officeart/2005/8/layout/architecture"/>
    <dgm:cxn modelId="{9FEE91E4-77B8-49A8-AF5C-59599B90939A}" type="presParOf" srcId="{983DC55B-14BF-4ADC-89E6-528837B61EE8}" destId="{1D0F3509-30CB-4FFF-8CA9-FBB960B920DE}" srcOrd="0" destOrd="0" presId="urn:microsoft.com/office/officeart/2005/8/layout/architecture"/>
    <dgm:cxn modelId="{5D38D902-3B79-487E-A16E-453C9FD869C6}" type="presParOf" srcId="{983DC55B-14BF-4ADC-89E6-528837B61EE8}" destId="{F7F73344-AD40-4821-A2BE-3A2CBBF5B8BE}" srcOrd="1" destOrd="0" presId="urn:microsoft.com/office/officeart/2005/8/layout/architecture"/>
    <dgm:cxn modelId="{CB0C9C78-DD83-4BD8-A56C-3D2A51A047CE}" type="presParOf" srcId="{55BE6A6E-A262-4AB4-88BB-0373E88157F3}" destId="{C2141431-FC0F-4B3B-AEFD-D192E09F420E}" srcOrd="7" destOrd="0" presId="urn:microsoft.com/office/officeart/2005/8/layout/architecture"/>
    <dgm:cxn modelId="{4D848465-89FA-4541-BF8A-FE8C6C2529FE}" type="presParOf" srcId="{55BE6A6E-A262-4AB4-88BB-0373E88157F3}" destId="{B0AAA23E-770D-4D71-9FE0-381F8FC26C55}" srcOrd="8" destOrd="0" presId="urn:microsoft.com/office/officeart/2005/8/layout/architecture"/>
    <dgm:cxn modelId="{78B4385D-2550-4784-84F8-EFCCC9C88DD9}" type="presParOf" srcId="{B0AAA23E-770D-4D71-9FE0-381F8FC26C55}" destId="{274117A1-2718-4093-891A-9A30A8D0AD5A}" srcOrd="0" destOrd="0" presId="urn:microsoft.com/office/officeart/2005/8/layout/architecture"/>
    <dgm:cxn modelId="{89F4BC73-4D13-455A-A4C8-75D17CEA3B93}" type="presParOf" srcId="{B0AAA23E-770D-4D71-9FE0-381F8FC26C55}" destId="{55FA213F-1341-40D4-8EE5-D3657593415C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8BB9814-F7C5-423A-80B0-3A26DFEF5482}" type="doc">
      <dgm:prSet loTypeId="urn:microsoft.com/office/officeart/2005/8/layout/architecture" loCatId="hierarchy" qsTypeId="urn:microsoft.com/office/officeart/2005/8/quickstyle/simple5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80BC6469-1445-4610-960F-70538434B922}">
      <dgm:prSet/>
      <dgm:spPr/>
      <dgm:t>
        <a:bodyPr/>
        <a:lstStyle/>
        <a:p>
          <a:r>
            <a:rPr lang="en-US" dirty="0"/>
            <a:t>Test Accuracy: 0.891                                  </a:t>
          </a:r>
        </a:p>
      </dgm:t>
    </dgm:pt>
    <dgm:pt modelId="{5DA785E3-DCEC-45CB-839E-4825260FD945}" type="parTrans" cxnId="{BEADA1FD-2469-4984-A68F-D0E6E77F61D4}">
      <dgm:prSet/>
      <dgm:spPr/>
      <dgm:t>
        <a:bodyPr/>
        <a:lstStyle/>
        <a:p>
          <a:endParaRPr lang="en-US"/>
        </a:p>
      </dgm:t>
    </dgm:pt>
    <dgm:pt modelId="{6AA517D8-6A86-469F-85A4-22A2526D1027}" type="sibTrans" cxnId="{BEADA1FD-2469-4984-A68F-D0E6E77F61D4}">
      <dgm:prSet/>
      <dgm:spPr/>
      <dgm:t>
        <a:bodyPr/>
        <a:lstStyle/>
        <a:p>
          <a:endParaRPr lang="en-US"/>
        </a:p>
      </dgm:t>
    </dgm:pt>
    <dgm:pt modelId="{14E39F8E-8E19-4ECA-A6C4-9C91EAFA1C1E}">
      <dgm:prSet/>
      <dgm:spPr/>
      <dgm:t>
        <a:bodyPr/>
        <a:lstStyle/>
        <a:p>
          <a:r>
            <a:rPr lang="en-US" dirty="0"/>
            <a:t>Test Precision: 0.894</a:t>
          </a:r>
        </a:p>
      </dgm:t>
    </dgm:pt>
    <dgm:pt modelId="{DBFFD87F-8840-4760-A374-0BDFBB5666C3}" type="parTrans" cxnId="{78752AB1-FD22-4BED-BB38-A3ED2A9DC47E}">
      <dgm:prSet/>
      <dgm:spPr/>
      <dgm:t>
        <a:bodyPr/>
        <a:lstStyle/>
        <a:p>
          <a:endParaRPr lang="en-US"/>
        </a:p>
      </dgm:t>
    </dgm:pt>
    <dgm:pt modelId="{0B71FF87-100C-4244-AB5E-4A661BFBF74C}" type="sibTrans" cxnId="{78752AB1-FD22-4BED-BB38-A3ED2A9DC47E}">
      <dgm:prSet/>
      <dgm:spPr/>
      <dgm:t>
        <a:bodyPr/>
        <a:lstStyle/>
        <a:p>
          <a:endParaRPr lang="en-US"/>
        </a:p>
      </dgm:t>
    </dgm:pt>
    <dgm:pt modelId="{EC398440-80E6-4764-B4C1-0E69C697164D}">
      <dgm:prSet/>
      <dgm:spPr/>
      <dgm:t>
        <a:bodyPr/>
        <a:lstStyle/>
        <a:p>
          <a:r>
            <a:rPr lang="en-US" dirty="0"/>
            <a:t>Test Recall: 0.912              </a:t>
          </a:r>
        </a:p>
      </dgm:t>
    </dgm:pt>
    <dgm:pt modelId="{B8D55FF3-C69C-4182-9F90-1AE278149322}" type="parTrans" cxnId="{55B65740-7185-41C3-9A74-D432A6CD4095}">
      <dgm:prSet/>
      <dgm:spPr/>
      <dgm:t>
        <a:bodyPr/>
        <a:lstStyle/>
        <a:p>
          <a:endParaRPr lang="en-US"/>
        </a:p>
      </dgm:t>
    </dgm:pt>
    <dgm:pt modelId="{B74EFC80-13AC-43BA-8051-11A446917F70}" type="sibTrans" cxnId="{55B65740-7185-41C3-9A74-D432A6CD4095}">
      <dgm:prSet/>
      <dgm:spPr/>
      <dgm:t>
        <a:bodyPr/>
        <a:lstStyle/>
        <a:p>
          <a:endParaRPr lang="en-US"/>
        </a:p>
      </dgm:t>
    </dgm:pt>
    <dgm:pt modelId="{39F50DF8-C957-47C8-B45A-78A7BE57A469}">
      <dgm:prSet/>
      <dgm:spPr/>
      <dgm:t>
        <a:bodyPr/>
        <a:lstStyle/>
        <a:p>
          <a:r>
            <a:rPr lang="en-US" dirty="0"/>
            <a:t>Test F1: 0.903</a:t>
          </a:r>
        </a:p>
      </dgm:t>
    </dgm:pt>
    <dgm:pt modelId="{D48AE3A2-9C9E-4994-A3EB-F2C89253817A}" type="parTrans" cxnId="{6BF3CF74-D52F-4BA7-AFB2-ABEAC19B715C}">
      <dgm:prSet/>
      <dgm:spPr/>
      <dgm:t>
        <a:bodyPr/>
        <a:lstStyle/>
        <a:p>
          <a:endParaRPr lang="en-US"/>
        </a:p>
      </dgm:t>
    </dgm:pt>
    <dgm:pt modelId="{4A336C67-A992-4FF6-9CF1-029B02076A79}" type="sibTrans" cxnId="{6BF3CF74-D52F-4BA7-AFB2-ABEAC19B715C}">
      <dgm:prSet/>
      <dgm:spPr/>
      <dgm:t>
        <a:bodyPr/>
        <a:lstStyle/>
        <a:p>
          <a:endParaRPr lang="en-US"/>
        </a:p>
      </dgm:t>
    </dgm:pt>
    <dgm:pt modelId="{080FF298-98F6-4EF7-97D2-1C58756D8FE7}">
      <dgm:prSet/>
      <dgm:spPr/>
      <dgm:t>
        <a:bodyPr/>
        <a:lstStyle/>
        <a:p>
          <a:r>
            <a:rPr lang="en-US" dirty="0"/>
            <a:t>DT ROC-AUC: 0.933</a:t>
          </a:r>
        </a:p>
      </dgm:t>
    </dgm:pt>
    <dgm:pt modelId="{90587489-41D1-4C46-8A0B-287319AD234B}" type="parTrans" cxnId="{EBED473B-55D5-46E5-889E-7D46A14FF769}">
      <dgm:prSet/>
      <dgm:spPr/>
      <dgm:t>
        <a:bodyPr/>
        <a:lstStyle/>
        <a:p>
          <a:endParaRPr lang="en-US"/>
        </a:p>
      </dgm:t>
    </dgm:pt>
    <dgm:pt modelId="{074D7B78-ADDE-4086-A905-D57380CFE00C}" type="sibTrans" cxnId="{EBED473B-55D5-46E5-889E-7D46A14FF769}">
      <dgm:prSet/>
      <dgm:spPr/>
      <dgm:t>
        <a:bodyPr/>
        <a:lstStyle/>
        <a:p>
          <a:endParaRPr lang="en-US"/>
        </a:p>
      </dgm:t>
    </dgm:pt>
    <dgm:pt modelId="{55BE6A6E-A262-4AB4-88BB-0373E88157F3}" type="pres">
      <dgm:prSet presAssocID="{B8BB9814-F7C5-423A-80B0-3A26DFEF548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56E8910-5309-4BCC-93F9-68DFAB4B845A}" type="pres">
      <dgm:prSet presAssocID="{80BC6469-1445-4610-960F-70538434B922}" presName="vertOne" presStyleCnt="0"/>
      <dgm:spPr/>
    </dgm:pt>
    <dgm:pt modelId="{84A61292-BEC5-4842-9439-7EF16CEEBC73}" type="pres">
      <dgm:prSet presAssocID="{80BC6469-1445-4610-960F-70538434B922}" presName="txOne" presStyleLbl="node0" presStyleIdx="0" presStyleCnt="5">
        <dgm:presLayoutVars>
          <dgm:chPref val="3"/>
        </dgm:presLayoutVars>
      </dgm:prSet>
      <dgm:spPr/>
    </dgm:pt>
    <dgm:pt modelId="{1B8509F5-1EB6-4CAF-BB7B-0CFBEE296A35}" type="pres">
      <dgm:prSet presAssocID="{80BC6469-1445-4610-960F-70538434B922}" presName="horzOne" presStyleCnt="0"/>
      <dgm:spPr/>
    </dgm:pt>
    <dgm:pt modelId="{4C87ECFC-7936-4588-A37C-B19B09E72960}" type="pres">
      <dgm:prSet presAssocID="{6AA517D8-6A86-469F-85A4-22A2526D1027}" presName="sibSpaceOne" presStyleCnt="0"/>
      <dgm:spPr/>
    </dgm:pt>
    <dgm:pt modelId="{81DF254D-B454-4E16-93B5-ABBF8304F2FD}" type="pres">
      <dgm:prSet presAssocID="{14E39F8E-8E19-4ECA-A6C4-9C91EAFA1C1E}" presName="vertOne" presStyleCnt="0"/>
      <dgm:spPr/>
    </dgm:pt>
    <dgm:pt modelId="{DEF29E38-37C0-446C-871B-92D0C2DD7292}" type="pres">
      <dgm:prSet presAssocID="{14E39F8E-8E19-4ECA-A6C4-9C91EAFA1C1E}" presName="txOne" presStyleLbl="node0" presStyleIdx="1" presStyleCnt="5">
        <dgm:presLayoutVars>
          <dgm:chPref val="3"/>
        </dgm:presLayoutVars>
      </dgm:prSet>
      <dgm:spPr/>
    </dgm:pt>
    <dgm:pt modelId="{B4AB1FFE-D476-4143-ADE9-8EBE30805674}" type="pres">
      <dgm:prSet presAssocID="{14E39F8E-8E19-4ECA-A6C4-9C91EAFA1C1E}" presName="horzOne" presStyleCnt="0"/>
      <dgm:spPr/>
    </dgm:pt>
    <dgm:pt modelId="{BB7C231E-9529-43E1-8895-C77EC8F38372}" type="pres">
      <dgm:prSet presAssocID="{0B71FF87-100C-4244-AB5E-4A661BFBF74C}" presName="sibSpaceOne" presStyleCnt="0"/>
      <dgm:spPr/>
    </dgm:pt>
    <dgm:pt modelId="{E26707CC-9623-4045-BCC5-DC05827AC159}" type="pres">
      <dgm:prSet presAssocID="{EC398440-80E6-4764-B4C1-0E69C697164D}" presName="vertOne" presStyleCnt="0"/>
      <dgm:spPr/>
    </dgm:pt>
    <dgm:pt modelId="{26DD5604-8471-4F74-9E8B-16FF653C2557}" type="pres">
      <dgm:prSet presAssocID="{EC398440-80E6-4764-B4C1-0E69C697164D}" presName="txOne" presStyleLbl="node0" presStyleIdx="2" presStyleCnt="5">
        <dgm:presLayoutVars>
          <dgm:chPref val="3"/>
        </dgm:presLayoutVars>
      </dgm:prSet>
      <dgm:spPr/>
    </dgm:pt>
    <dgm:pt modelId="{034DA089-7672-4322-8426-9E7F05D9DAE4}" type="pres">
      <dgm:prSet presAssocID="{EC398440-80E6-4764-B4C1-0E69C697164D}" presName="horzOne" presStyleCnt="0"/>
      <dgm:spPr/>
    </dgm:pt>
    <dgm:pt modelId="{C2CE1088-B9D0-49F5-94AF-24D04E4E28C2}" type="pres">
      <dgm:prSet presAssocID="{B74EFC80-13AC-43BA-8051-11A446917F70}" presName="sibSpaceOne" presStyleCnt="0"/>
      <dgm:spPr/>
    </dgm:pt>
    <dgm:pt modelId="{983DC55B-14BF-4ADC-89E6-528837B61EE8}" type="pres">
      <dgm:prSet presAssocID="{39F50DF8-C957-47C8-B45A-78A7BE57A469}" presName="vertOne" presStyleCnt="0"/>
      <dgm:spPr/>
    </dgm:pt>
    <dgm:pt modelId="{1D0F3509-30CB-4FFF-8CA9-FBB960B920DE}" type="pres">
      <dgm:prSet presAssocID="{39F50DF8-C957-47C8-B45A-78A7BE57A469}" presName="txOne" presStyleLbl="node0" presStyleIdx="3" presStyleCnt="5" custLinFactNeighborY="694">
        <dgm:presLayoutVars>
          <dgm:chPref val="3"/>
        </dgm:presLayoutVars>
      </dgm:prSet>
      <dgm:spPr/>
    </dgm:pt>
    <dgm:pt modelId="{F7F73344-AD40-4821-A2BE-3A2CBBF5B8BE}" type="pres">
      <dgm:prSet presAssocID="{39F50DF8-C957-47C8-B45A-78A7BE57A469}" presName="horzOne" presStyleCnt="0"/>
      <dgm:spPr/>
    </dgm:pt>
    <dgm:pt modelId="{C2141431-FC0F-4B3B-AEFD-D192E09F420E}" type="pres">
      <dgm:prSet presAssocID="{4A336C67-A992-4FF6-9CF1-029B02076A79}" presName="sibSpaceOne" presStyleCnt="0"/>
      <dgm:spPr/>
    </dgm:pt>
    <dgm:pt modelId="{B0AAA23E-770D-4D71-9FE0-381F8FC26C55}" type="pres">
      <dgm:prSet presAssocID="{080FF298-98F6-4EF7-97D2-1C58756D8FE7}" presName="vertOne" presStyleCnt="0"/>
      <dgm:spPr/>
    </dgm:pt>
    <dgm:pt modelId="{274117A1-2718-4093-891A-9A30A8D0AD5A}" type="pres">
      <dgm:prSet presAssocID="{080FF298-98F6-4EF7-97D2-1C58756D8FE7}" presName="txOne" presStyleLbl="node0" presStyleIdx="4" presStyleCnt="5">
        <dgm:presLayoutVars>
          <dgm:chPref val="3"/>
        </dgm:presLayoutVars>
      </dgm:prSet>
      <dgm:spPr/>
    </dgm:pt>
    <dgm:pt modelId="{55FA213F-1341-40D4-8EE5-D3657593415C}" type="pres">
      <dgm:prSet presAssocID="{080FF298-98F6-4EF7-97D2-1C58756D8FE7}" presName="horzOne" presStyleCnt="0"/>
      <dgm:spPr/>
    </dgm:pt>
  </dgm:ptLst>
  <dgm:cxnLst>
    <dgm:cxn modelId="{196D702A-470F-4BF4-8030-80D0C39F17B2}" type="presOf" srcId="{EC398440-80E6-4764-B4C1-0E69C697164D}" destId="{26DD5604-8471-4F74-9E8B-16FF653C2557}" srcOrd="0" destOrd="0" presId="urn:microsoft.com/office/officeart/2005/8/layout/architecture"/>
    <dgm:cxn modelId="{4864AD35-21C0-4ABD-AC6B-2B7856880FF5}" type="presOf" srcId="{B8BB9814-F7C5-423A-80B0-3A26DFEF5482}" destId="{55BE6A6E-A262-4AB4-88BB-0373E88157F3}" srcOrd="0" destOrd="0" presId="urn:microsoft.com/office/officeart/2005/8/layout/architecture"/>
    <dgm:cxn modelId="{EBED473B-55D5-46E5-889E-7D46A14FF769}" srcId="{B8BB9814-F7C5-423A-80B0-3A26DFEF5482}" destId="{080FF298-98F6-4EF7-97D2-1C58756D8FE7}" srcOrd="4" destOrd="0" parTransId="{90587489-41D1-4C46-8A0B-287319AD234B}" sibTransId="{074D7B78-ADDE-4086-A905-D57380CFE00C}"/>
    <dgm:cxn modelId="{55B65740-7185-41C3-9A74-D432A6CD4095}" srcId="{B8BB9814-F7C5-423A-80B0-3A26DFEF5482}" destId="{EC398440-80E6-4764-B4C1-0E69C697164D}" srcOrd="2" destOrd="0" parTransId="{B8D55FF3-C69C-4182-9F90-1AE278149322}" sibTransId="{B74EFC80-13AC-43BA-8051-11A446917F70}"/>
    <dgm:cxn modelId="{6E40D363-EC39-467F-AD74-5FE95B7E536F}" type="presOf" srcId="{39F50DF8-C957-47C8-B45A-78A7BE57A469}" destId="{1D0F3509-30CB-4FFF-8CA9-FBB960B920DE}" srcOrd="0" destOrd="0" presId="urn:microsoft.com/office/officeart/2005/8/layout/architecture"/>
    <dgm:cxn modelId="{540DCA51-9DD6-4624-8E2B-340FD88B84C7}" type="presOf" srcId="{080FF298-98F6-4EF7-97D2-1C58756D8FE7}" destId="{274117A1-2718-4093-891A-9A30A8D0AD5A}" srcOrd="0" destOrd="0" presId="urn:microsoft.com/office/officeart/2005/8/layout/architecture"/>
    <dgm:cxn modelId="{6BF3CF74-D52F-4BA7-AFB2-ABEAC19B715C}" srcId="{B8BB9814-F7C5-423A-80B0-3A26DFEF5482}" destId="{39F50DF8-C957-47C8-B45A-78A7BE57A469}" srcOrd="3" destOrd="0" parTransId="{D48AE3A2-9C9E-4994-A3EB-F2C89253817A}" sibTransId="{4A336C67-A992-4FF6-9CF1-029B02076A79}"/>
    <dgm:cxn modelId="{1399A875-2114-4D58-973E-24430B6B6EA7}" type="presOf" srcId="{14E39F8E-8E19-4ECA-A6C4-9C91EAFA1C1E}" destId="{DEF29E38-37C0-446C-871B-92D0C2DD7292}" srcOrd="0" destOrd="0" presId="urn:microsoft.com/office/officeart/2005/8/layout/architecture"/>
    <dgm:cxn modelId="{AF9727AD-C5C3-40C8-A64D-80482AB3F3A8}" type="presOf" srcId="{80BC6469-1445-4610-960F-70538434B922}" destId="{84A61292-BEC5-4842-9439-7EF16CEEBC73}" srcOrd="0" destOrd="0" presId="urn:microsoft.com/office/officeart/2005/8/layout/architecture"/>
    <dgm:cxn modelId="{78752AB1-FD22-4BED-BB38-A3ED2A9DC47E}" srcId="{B8BB9814-F7C5-423A-80B0-3A26DFEF5482}" destId="{14E39F8E-8E19-4ECA-A6C4-9C91EAFA1C1E}" srcOrd="1" destOrd="0" parTransId="{DBFFD87F-8840-4760-A374-0BDFBB5666C3}" sibTransId="{0B71FF87-100C-4244-AB5E-4A661BFBF74C}"/>
    <dgm:cxn modelId="{BEADA1FD-2469-4984-A68F-D0E6E77F61D4}" srcId="{B8BB9814-F7C5-423A-80B0-3A26DFEF5482}" destId="{80BC6469-1445-4610-960F-70538434B922}" srcOrd="0" destOrd="0" parTransId="{5DA785E3-DCEC-45CB-839E-4825260FD945}" sibTransId="{6AA517D8-6A86-469F-85A4-22A2526D1027}"/>
    <dgm:cxn modelId="{C2861048-3BE7-4243-9050-6418C6EA9F41}" type="presParOf" srcId="{55BE6A6E-A262-4AB4-88BB-0373E88157F3}" destId="{656E8910-5309-4BCC-93F9-68DFAB4B845A}" srcOrd="0" destOrd="0" presId="urn:microsoft.com/office/officeart/2005/8/layout/architecture"/>
    <dgm:cxn modelId="{D0BD7ED9-ACC6-4A99-8875-0F40910E520A}" type="presParOf" srcId="{656E8910-5309-4BCC-93F9-68DFAB4B845A}" destId="{84A61292-BEC5-4842-9439-7EF16CEEBC73}" srcOrd="0" destOrd="0" presId="urn:microsoft.com/office/officeart/2005/8/layout/architecture"/>
    <dgm:cxn modelId="{8CC93DD8-F712-44D0-881D-FDCF18AC581A}" type="presParOf" srcId="{656E8910-5309-4BCC-93F9-68DFAB4B845A}" destId="{1B8509F5-1EB6-4CAF-BB7B-0CFBEE296A35}" srcOrd="1" destOrd="0" presId="urn:microsoft.com/office/officeart/2005/8/layout/architecture"/>
    <dgm:cxn modelId="{1C5F0FB7-B482-4C37-966A-FDF814870427}" type="presParOf" srcId="{55BE6A6E-A262-4AB4-88BB-0373E88157F3}" destId="{4C87ECFC-7936-4588-A37C-B19B09E72960}" srcOrd="1" destOrd="0" presId="urn:microsoft.com/office/officeart/2005/8/layout/architecture"/>
    <dgm:cxn modelId="{89F5DBE0-C773-403A-9194-8D76B33781F1}" type="presParOf" srcId="{55BE6A6E-A262-4AB4-88BB-0373E88157F3}" destId="{81DF254D-B454-4E16-93B5-ABBF8304F2FD}" srcOrd="2" destOrd="0" presId="urn:microsoft.com/office/officeart/2005/8/layout/architecture"/>
    <dgm:cxn modelId="{33B79DD1-12C0-439C-BDD7-282D577DA304}" type="presParOf" srcId="{81DF254D-B454-4E16-93B5-ABBF8304F2FD}" destId="{DEF29E38-37C0-446C-871B-92D0C2DD7292}" srcOrd="0" destOrd="0" presId="urn:microsoft.com/office/officeart/2005/8/layout/architecture"/>
    <dgm:cxn modelId="{EB87E020-F8BE-430C-A7CA-63283FE45013}" type="presParOf" srcId="{81DF254D-B454-4E16-93B5-ABBF8304F2FD}" destId="{B4AB1FFE-D476-4143-ADE9-8EBE30805674}" srcOrd="1" destOrd="0" presId="urn:microsoft.com/office/officeart/2005/8/layout/architecture"/>
    <dgm:cxn modelId="{4CAEEF8B-3AC1-465B-8A80-F2614B00C58C}" type="presParOf" srcId="{55BE6A6E-A262-4AB4-88BB-0373E88157F3}" destId="{BB7C231E-9529-43E1-8895-C77EC8F38372}" srcOrd="3" destOrd="0" presId="urn:microsoft.com/office/officeart/2005/8/layout/architecture"/>
    <dgm:cxn modelId="{58DB25B1-1255-426F-B43E-D78163114BF8}" type="presParOf" srcId="{55BE6A6E-A262-4AB4-88BB-0373E88157F3}" destId="{E26707CC-9623-4045-BCC5-DC05827AC159}" srcOrd="4" destOrd="0" presId="urn:microsoft.com/office/officeart/2005/8/layout/architecture"/>
    <dgm:cxn modelId="{A3483F70-E31B-4538-A1FB-941215A5B14A}" type="presParOf" srcId="{E26707CC-9623-4045-BCC5-DC05827AC159}" destId="{26DD5604-8471-4F74-9E8B-16FF653C2557}" srcOrd="0" destOrd="0" presId="urn:microsoft.com/office/officeart/2005/8/layout/architecture"/>
    <dgm:cxn modelId="{00EC7467-154D-4C00-AE57-B9CED5AE4D96}" type="presParOf" srcId="{E26707CC-9623-4045-BCC5-DC05827AC159}" destId="{034DA089-7672-4322-8426-9E7F05D9DAE4}" srcOrd="1" destOrd="0" presId="urn:microsoft.com/office/officeart/2005/8/layout/architecture"/>
    <dgm:cxn modelId="{2FC87435-CA6D-4280-A316-B08D2F4B92E5}" type="presParOf" srcId="{55BE6A6E-A262-4AB4-88BB-0373E88157F3}" destId="{C2CE1088-B9D0-49F5-94AF-24D04E4E28C2}" srcOrd="5" destOrd="0" presId="urn:microsoft.com/office/officeart/2005/8/layout/architecture"/>
    <dgm:cxn modelId="{7761C33F-1281-430C-8DEF-ACD62F6F8BD0}" type="presParOf" srcId="{55BE6A6E-A262-4AB4-88BB-0373E88157F3}" destId="{983DC55B-14BF-4ADC-89E6-528837B61EE8}" srcOrd="6" destOrd="0" presId="urn:microsoft.com/office/officeart/2005/8/layout/architecture"/>
    <dgm:cxn modelId="{9FEE91E4-77B8-49A8-AF5C-59599B90939A}" type="presParOf" srcId="{983DC55B-14BF-4ADC-89E6-528837B61EE8}" destId="{1D0F3509-30CB-4FFF-8CA9-FBB960B920DE}" srcOrd="0" destOrd="0" presId="urn:microsoft.com/office/officeart/2005/8/layout/architecture"/>
    <dgm:cxn modelId="{5D38D902-3B79-487E-A16E-453C9FD869C6}" type="presParOf" srcId="{983DC55B-14BF-4ADC-89E6-528837B61EE8}" destId="{F7F73344-AD40-4821-A2BE-3A2CBBF5B8BE}" srcOrd="1" destOrd="0" presId="urn:microsoft.com/office/officeart/2005/8/layout/architecture"/>
    <dgm:cxn modelId="{CB0C9C78-DD83-4BD8-A56C-3D2A51A047CE}" type="presParOf" srcId="{55BE6A6E-A262-4AB4-88BB-0373E88157F3}" destId="{C2141431-FC0F-4B3B-AEFD-D192E09F420E}" srcOrd="7" destOrd="0" presId="urn:microsoft.com/office/officeart/2005/8/layout/architecture"/>
    <dgm:cxn modelId="{4D848465-89FA-4541-BF8A-FE8C6C2529FE}" type="presParOf" srcId="{55BE6A6E-A262-4AB4-88BB-0373E88157F3}" destId="{B0AAA23E-770D-4D71-9FE0-381F8FC26C55}" srcOrd="8" destOrd="0" presId="urn:microsoft.com/office/officeart/2005/8/layout/architecture"/>
    <dgm:cxn modelId="{78B4385D-2550-4784-84F8-EFCCC9C88DD9}" type="presParOf" srcId="{B0AAA23E-770D-4D71-9FE0-381F8FC26C55}" destId="{274117A1-2718-4093-891A-9A30A8D0AD5A}" srcOrd="0" destOrd="0" presId="urn:microsoft.com/office/officeart/2005/8/layout/architecture"/>
    <dgm:cxn modelId="{89F4BC73-4D13-455A-A4C8-75D17CEA3B93}" type="presParOf" srcId="{B0AAA23E-770D-4D71-9FE0-381F8FC26C55}" destId="{55FA213F-1341-40D4-8EE5-D3657593415C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8BB9814-F7C5-423A-80B0-3A26DFEF5482}" type="doc">
      <dgm:prSet loTypeId="urn:microsoft.com/office/officeart/2005/8/layout/architecture" loCatId="hierarchy" qsTypeId="urn:microsoft.com/office/officeart/2005/8/quickstyle/simple5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80BC6469-1445-4610-960F-70538434B922}">
      <dgm:prSet/>
      <dgm:spPr/>
      <dgm:t>
        <a:bodyPr/>
        <a:lstStyle/>
        <a:p>
          <a:r>
            <a:rPr lang="en-US" dirty="0"/>
            <a:t>Test Accuracy: 0.859                                 </a:t>
          </a:r>
        </a:p>
      </dgm:t>
    </dgm:pt>
    <dgm:pt modelId="{5DA785E3-DCEC-45CB-839E-4825260FD945}" type="parTrans" cxnId="{BEADA1FD-2469-4984-A68F-D0E6E77F61D4}">
      <dgm:prSet/>
      <dgm:spPr/>
      <dgm:t>
        <a:bodyPr/>
        <a:lstStyle/>
        <a:p>
          <a:endParaRPr lang="en-US"/>
        </a:p>
      </dgm:t>
    </dgm:pt>
    <dgm:pt modelId="{6AA517D8-6A86-469F-85A4-22A2526D1027}" type="sibTrans" cxnId="{BEADA1FD-2469-4984-A68F-D0E6E77F61D4}">
      <dgm:prSet/>
      <dgm:spPr/>
      <dgm:t>
        <a:bodyPr/>
        <a:lstStyle/>
        <a:p>
          <a:endParaRPr lang="en-US"/>
        </a:p>
      </dgm:t>
    </dgm:pt>
    <dgm:pt modelId="{14E39F8E-8E19-4ECA-A6C4-9C91EAFA1C1E}">
      <dgm:prSet/>
      <dgm:spPr/>
      <dgm:t>
        <a:bodyPr/>
        <a:lstStyle/>
        <a:p>
          <a:r>
            <a:rPr lang="en-US" dirty="0"/>
            <a:t>Test Precision: 0.880</a:t>
          </a:r>
        </a:p>
      </dgm:t>
    </dgm:pt>
    <dgm:pt modelId="{DBFFD87F-8840-4760-A374-0BDFBB5666C3}" type="parTrans" cxnId="{78752AB1-FD22-4BED-BB38-A3ED2A9DC47E}">
      <dgm:prSet/>
      <dgm:spPr/>
      <dgm:t>
        <a:bodyPr/>
        <a:lstStyle/>
        <a:p>
          <a:endParaRPr lang="en-US"/>
        </a:p>
      </dgm:t>
    </dgm:pt>
    <dgm:pt modelId="{0B71FF87-100C-4244-AB5E-4A661BFBF74C}" type="sibTrans" cxnId="{78752AB1-FD22-4BED-BB38-A3ED2A9DC47E}">
      <dgm:prSet/>
      <dgm:spPr/>
      <dgm:t>
        <a:bodyPr/>
        <a:lstStyle/>
        <a:p>
          <a:endParaRPr lang="en-US"/>
        </a:p>
      </dgm:t>
    </dgm:pt>
    <dgm:pt modelId="{EC398440-80E6-4764-B4C1-0E69C697164D}">
      <dgm:prSet/>
      <dgm:spPr/>
      <dgm:t>
        <a:bodyPr/>
        <a:lstStyle/>
        <a:p>
          <a:r>
            <a:rPr lang="en-US" dirty="0"/>
            <a:t>Test Recall: 0.863              </a:t>
          </a:r>
        </a:p>
      </dgm:t>
    </dgm:pt>
    <dgm:pt modelId="{B8D55FF3-C69C-4182-9F90-1AE278149322}" type="parTrans" cxnId="{55B65740-7185-41C3-9A74-D432A6CD4095}">
      <dgm:prSet/>
      <dgm:spPr/>
      <dgm:t>
        <a:bodyPr/>
        <a:lstStyle/>
        <a:p>
          <a:endParaRPr lang="en-US"/>
        </a:p>
      </dgm:t>
    </dgm:pt>
    <dgm:pt modelId="{B74EFC80-13AC-43BA-8051-11A446917F70}" type="sibTrans" cxnId="{55B65740-7185-41C3-9A74-D432A6CD4095}">
      <dgm:prSet/>
      <dgm:spPr/>
      <dgm:t>
        <a:bodyPr/>
        <a:lstStyle/>
        <a:p>
          <a:endParaRPr lang="en-US"/>
        </a:p>
      </dgm:t>
    </dgm:pt>
    <dgm:pt modelId="{39F50DF8-C957-47C8-B45A-78A7BE57A469}">
      <dgm:prSet/>
      <dgm:spPr/>
      <dgm:t>
        <a:bodyPr/>
        <a:lstStyle/>
        <a:p>
          <a:r>
            <a:rPr lang="en-US" dirty="0"/>
            <a:t>Test F1: 0.871</a:t>
          </a:r>
        </a:p>
      </dgm:t>
    </dgm:pt>
    <dgm:pt modelId="{D48AE3A2-9C9E-4994-A3EB-F2C89253817A}" type="parTrans" cxnId="{6BF3CF74-D52F-4BA7-AFB2-ABEAC19B715C}">
      <dgm:prSet/>
      <dgm:spPr/>
      <dgm:t>
        <a:bodyPr/>
        <a:lstStyle/>
        <a:p>
          <a:endParaRPr lang="en-US"/>
        </a:p>
      </dgm:t>
    </dgm:pt>
    <dgm:pt modelId="{4A336C67-A992-4FF6-9CF1-029B02076A79}" type="sibTrans" cxnId="{6BF3CF74-D52F-4BA7-AFB2-ABEAC19B715C}">
      <dgm:prSet/>
      <dgm:spPr/>
      <dgm:t>
        <a:bodyPr/>
        <a:lstStyle/>
        <a:p>
          <a:endParaRPr lang="en-US"/>
        </a:p>
      </dgm:t>
    </dgm:pt>
    <dgm:pt modelId="{080FF298-98F6-4EF7-97D2-1C58756D8FE7}">
      <dgm:prSet/>
      <dgm:spPr/>
      <dgm:t>
        <a:bodyPr/>
        <a:lstStyle/>
        <a:p>
          <a:r>
            <a:rPr lang="en-US" dirty="0"/>
            <a:t>DT ROC-AUC: 0.935</a:t>
          </a:r>
        </a:p>
      </dgm:t>
    </dgm:pt>
    <dgm:pt modelId="{90587489-41D1-4C46-8A0B-287319AD234B}" type="parTrans" cxnId="{EBED473B-55D5-46E5-889E-7D46A14FF769}">
      <dgm:prSet/>
      <dgm:spPr/>
      <dgm:t>
        <a:bodyPr/>
        <a:lstStyle/>
        <a:p>
          <a:endParaRPr lang="en-US"/>
        </a:p>
      </dgm:t>
    </dgm:pt>
    <dgm:pt modelId="{074D7B78-ADDE-4086-A905-D57380CFE00C}" type="sibTrans" cxnId="{EBED473B-55D5-46E5-889E-7D46A14FF769}">
      <dgm:prSet/>
      <dgm:spPr/>
      <dgm:t>
        <a:bodyPr/>
        <a:lstStyle/>
        <a:p>
          <a:endParaRPr lang="en-US"/>
        </a:p>
      </dgm:t>
    </dgm:pt>
    <dgm:pt modelId="{55BE6A6E-A262-4AB4-88BB-0373E88157F3}" type="pres">
      <dgm:prSet presAssocID="{B8BB9814-F7C5-423A-80B0-3A26DFEF548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56E8910-5309-4BCC-93F9-68DFAB4B845A}" type="pres">
      <dgm:prSet presAssocID="{80BC6469-1445-4610-960F-70538434B922}" presName="vertOne" presStyleCnt="0"/>
      <dgm:spPr/>
    </dgm:pt>
    <dgm:pt modelId="{84A61292-BEC5-4842-9439-7EF16CEEBC73}" type="pres">
      <dgm:prSet presAssocID="{80BC6469-1445-4610-960F-70538434B922}" presName="txOne" presStyleLbl="node0" presStyleIdx="0" presStyleCnt="5">
        <dgm:presLayoutVars>
          <dgm:chPref val="3"/>
        </dgm:presLayoutVars>
      </dgm:prSet>
      <dgm:spPr/>
    </dgm:pt>
    <dgm:pt modelId="{1B8509F5-1EB6-4CAF-BB7B-0CFBEE296A35}" type="pres">
      <dgm:prSet presAssocID="{80BC6469-1445-4610-960F-70538434B922}" presName="horzOne" presStyleCnt="0"/>
      <dgm:spPr/>
    </dgm:pt>
    <dgm:pt modelId="{4C87ECFC-7936-4588-A37C-B19B09E72960}" type="pres">
      <dgm:prSet presAssocID="{6AA517D8-6A86-469F-85A4-22A2526D1027}" presName="sibSpaceOne" presStyleCnt="0"/>
      <dgm:spPr/>
    </dgm:pt>
    <dgm:pt modelId="{81DF254D-B454-4E16-93B5-ABBF8304F2FD}" type="pres">
      <dgm:prSet presAssocID="{14E39F8E-8E19-4ECA-A6C4-9C91EAFA1C1E}" presName="vertOne" presStyleCnt="0"/>
      <dgm:spPr/>
    </dgm:pt>
    <dgm:pt modelId="{DEF29E38-37C0-446C-871B-92D0C2DD7292}" type="pres">
      <dgm:prSet presAssocID="{14E39F8E-8E19-4ECA-A6C4-9C91EAFA1C1E}" presName="txOne" presStyleLbl="node0" presStyleIdx="1" presStyleCnt="5">
        <dgm:presLayoutVars>
          <dgm:chPref val="3"/>
        </dgm:presLayoutVars>
      </dgm:prSet>
      <dgm:spPr/>
    </dgm:pt>
    <dgm:pt modelId="{B4AB1FFE-D476-4143-ADE9-8EBE30805674}" type="pres">
      <dgm:prSet presAssocID="{14E39F8E-8E19-4ECA-A6C4-9C91EAFA1C1E}" presName="horzOne" presStyleCnt="0"/>
      <dgm:spPr/>
    </dgm:pt>
    <dgm:pt modelId="{BB7C231E-9529-43E1-8895-C77EC8F38372}" type="pres">
      <dgm:prSet presAssocID="{0B71FF87-100C-4244-AB5E-4A661BFBF74C}" presName="sibSpaceOne" presStyleCnt="0"/>
      <dgm:spPr/>
    </dgm:pt>
    <dgm:pt modelId="{E26707CC-9623-4045-BCC5-DC05827AC159}" type="pres">
      <dgm:prSet presAssocID="{EC398440-80E6-4764-B4C1-0E69C697164D}" presName="vertOne" presStyleCnt="0"/>
      <dgm:spPr/>
    </dgm:pt>
    <dgm:pt modelId="{26DD5604-8471-4F74-9E8B-16FF653C2557}" type="pres">
      <dgm:prSet presAssocID="{EC398440-80E6-4764-B4C1-0E69C697164D}" presName="txOne" presStyleLbl="node0" presStyleIdx="2" presStyleCnt="5">
        <dgm:presLayoutVars>
          <dgm:chPref val="3"/>
        </dgm:presLayoutVars>
      </dgm:prSet>
      <dgm:spPr/>
    </dgm:pt>
    <dgm:pt modelId="{034DA089-7672-4322-8426-9E7F05D9DAE4}" type="pres">
      <dgm:prSet presAssocID="{EC398440-80E6-4764-B4C1-0E69C697164D}" presName="horzOne" presStyleCnt="0"/>
      <dgm:spPr/>
    </dgm:pt>
    <dgm:pt modelId="{C2CE1088-B9D0-49F5-94AF-24D04E4E28C2}" type="pres">
      <dgm:prSet presAssocID="{B74EFC80-13AC-43BA-8051-11A446917F70}" presName="sibSpaceOne" presStyleCnt="0"/>
      <dgm:spPr/>
    </dgm:pt>
    <dgm:pt modelId="{983DC55B-14BF-4ADC-89E6-528837B61EE8}" type="pres">
      <dgm:prSet presAssocID="{39F50DF8-C957-47C8-B45A-78A7BE57A469}" presName="vertOne" presStyleCnt="0"/>
      <dgm:spPr/>
    </dgm:pt>
    <dgm:pt modelId="{1D0F3509-30CB-4FFF-8CA9-FBB960B920DE}" type="pres">
      <dgm:prSet presAssocID="{39F50DF8-C957-47C8-B45A-78A7BE57A469}" presName="txOne" presStyleLbl="node0" presStyleIdx="3" presStyleCnt="5" custLinFactNeighborY="694">
        <dgm:presLayoutVars>
          <dgm:chPref val="3"/>
        </dgm:presLayoutVars>
      </dgm:prSet>
      <dgm:spPr/>
    </dgm:pt>
    <dgm:pt modelId="{F7F73344-AD40-4821-A2BE-3A2CBBF5B8BE}" type="pres">
      <dgm:prSet presAssocID="{39F50DF8-C957-47C8-B45A-78A7BE57A469}" presName="horzOne" presStyleCnt="0"/>
      <dgm:spPr/>
    </dgm:pt>
    <dgm:pt modelId="{C2141431-FC0F-4B3B-AEFD-D192E09F420E}" type="pres">
      <dgm:prSet presAssocID="{4A336C67-A992-4FF6-9CF1-029B02076A79}" presName="sibSpaceOne" presStyleCnt="0"/>
      <dgm:spPr/>
    </dgm:pt>
    <dgm:pt modelId="{B0AAA23E-770D-4D71-9FE0-381F8FC26C55}" type="pres">
      <dgm:prSet presAssocID="{080FF298-98F6-4EF7-97D2-1C58756D8FE7}" presName="vertOne" presStyleCnt="0"/>
      <dgm:spPr/>
    </dgm:pt>
    <dgm:pt modelId="{274117A1-2718-4093-891A-9A30A8D0AD5A}" type="pres">
      <dgm:prSet presAssocID="{080FF298-98F6-4EF7-97D2-1C58756D8FE7}" presName="txOne" presStyleLbl="node0" presStyleIdx="4" presStyleCnt="5">
        <dgm:presLayoutVars>
          <dgm:chPref val="3"/>
        </dgm:presLayoutVars>
      </dgm:prSet>
      <dgm:spPr/>
    </dgm:pt>
    <dgm:pt modelId="{55FA213F-1341-40D4-8EE5-D3657593415C}" type="pres">
      <dgm:prSet presAssocID="{080FF298-98F6-4EF7-97D2-1C58756D8FE7}" presName="horzOne" presStyleCnt="0"/>
      <dgm:spPr/>
    </dgm:pt>
  </dgm:ptLst>
  <dgm:cxnLst>
    <dgm:cxn modelId="{196D702A-470F-4BF4-8030-80D0C39F17B2}" type="presOf" srcId="{EC398440-80E6-4764-B4C1-0E69C697164D}" destId="{26DD5604-8471-4F74-9E8B-16FF653C2557}" srcOrd="0" destOrd="0" presId="urn:microsoft.com/office/officeart/2005/8/layout/architecture"/>
    <dgm:cxn modelId="{4864AD35-21C0-4ABD-AC6B-2B7856880FF5}" type="presOf" srcId="{B8BB9814-F7C5-423A-80B0-3A26DFEF5482}" destId="{55BE6A6E-A262-4AB4-88BB-0373E88157F3}" srcOrd="0" destOrd="0" presId="urn:microsoft.com/office/officeart/2005/8/layout/architecture"/>
    <dgm:cxn modelId="{EBED473B-55D5-46E5-889E-7D46A14FF769}" srcId="{B8BB9814-F7C5-423A-80B0-3A26DFEF5482}" destId="{080FF298-98F6-4EF7-97D2-1C58756D8FE7}" srcOrd="4" destOrd="0" parTransId="{90587489-41D1-4C46-8A0B-287319AD234B}" sibTransId="{074D7B78-ADDE-4086-A905-D57380CFE00C}"/>
    <dgm:cxn modelId="{55B65740-7185-41C3-9A74-D432A6CD4095}" srcId="{B8BB9814-F7C5-423A-80B0-3A26DFEF5482}" destId="{EC398440-80E6-4764-B4C1-0E69C697164D}" srcOrd="2" destOrd="0" parTransId="{B8D55FF3-C69C-4182-9F90-1AE278149322}" sibTransId="{B74EFC80-13AC-43BA-8051-11A446917F70}"/>
    <dgm:cxn modelId="{6E40D363-EC39-467F-AD74-5FE95B7E536F}" type="presOf" srcId="{39F50DF8-C957-47C8-B45A-78A7BE57A469}" destId="{1D0F3509-30CB-4FFF-8CA9-FBB960B920DE}" srcOrd="0" destOrd="0" presId="urn:microsoft.com/office/officeart/2005/8/layout/architecture"/>
    <dgm:cxn modelId="{540DCA51-9DD6-4624-8E2B-340FD88B84C7}" type="presOf" srcId="{080FF298-98F6-4EF7-97D2-1C58756D8FE7}" destId="{274117A1-2718-4093-891A-9A30A8D0AD5A}" srcOrd="0" destOrd="0" presId="urn:microsoft.com/office/officeart/2005/8/layout/architecture"/>
    <dgm:cxn modelId="{6BF3CF74-D52F-4BA7-AFB2-ABEAC19B715C}" srcId="{B8BB9814-F7C5-423A-80B0-3A26DFEF5482}" destId="{39F50DF8-C957-47C8-B45A-78A7BE57A469}" srcOrd="3" destOrd="0" parTransId="{D48AE3A2-9C9E-4994-A3EB-F2C89253817A}" sibTransId="{4A336C67-A992-4FF6-9CF1-029B02076A79}"/>
    <dgm:cxn modelId="{1399A875-2114-4D58-973E-24430B6B6EA7}" type="presOf" srcId="{14E39F8E-8E19-4ECA-A6C4-9C91EAFA1C1E}" destId="{DEF29E38-37C0-446C-871B-92D0C2DD7292}" srcOrd="0" destOrd="0" presId="urn:microsoft.com/office/officeart/2005/8/layout/architecture"/>
    <dgm:cxn modelId="{AF9727AD-C5C3-40C8-A64D-80482AB3F3A8}" type="presOf" srcId="{80BC6469-1445-4610-960F-70538434B922}" destId="{84A61292-BEC5-4842-9439-7EF16CEEBC73}" srcOrd="0" destOrd="0" presId="urn:microsoft.com/office/officeart/2005/8/layout/architecture"/>
    <dgm:cxn modelId="{78752AB1-FD22-4BED-BB38-A3ED2A9DC47E}" srcId="{B8BB9814-F7C5-423A-80B0-3A26DFEF5482}" destId="{14E39F8E-8E19-4ECA-A6C4-9C91EAFA1C1E}" srcOrd="1" destOrd="0" parTransId="{DBFFD87F-8840-4760-A374-0BDFBB5666C3}" sibTransId="{0B71FF87-100C-4244-AB5E-4A661BFBF74C}"/>
    <dgm:cxn modelId="{BEADA1FD-2469-4984-A68F-D0E6E77F61D4}" srcId="{B8BB9814-F7C5-423A-80B0-3A26DFEF5482}" destId="{80BC6469-1445-4610-960F-70538434B922}" srcOrd="0" destOrd="0" parTransId="{5DA785E3-DCEC-45CB-839E-4825260FD945}" sibTransId="{6AA517D8-6A86-469F-85A4-22A2526D1027}"/>
    <dgm:cxn modelId="{C2861048-3BE7-4243-9050-6418C6EA9F41}" type="presParOf" srcId="{55BE6A6E-A262-4AB4-88BB-0373E88157F3}" destId="{656E8910-5309-4BCC-93F9-68DFAB4B845A}" srcOrd="0" destOrd="0" presId="urn:microsoft.com/office/officeart/2005/8/layout/architecture"/>
    <dgm:cxn modelId="{D0BD7ED9-ACC6-4A99-8875-0F40910E520A}" type="presParOf" srcId="{656E8910-5309-4BCC-93F9-68DFAB4B845A}" destId="{84A61292-BEC5-4842-9439-7EF16CEEBC73}" srcOrd="0" destOrd="0" presId="urn:microsoft.com/office/officeart/2005/8/layout/architecture"/>
    <dgm:cxn modelId="{8CC93DD8-F712-44D0-881D-FDCF18AC581A}" type="presParOf" srcId="{656E8910-5309-4BCC-93F9-68DFAB4B845A}" destId="{1B8509F5-1EB6-4CAF-BB7B-0CFBEE296A35}" srcOrd="1" destOrd="0" presId="urn:microsoft.com/office/officeart/2005/8/layout/architecture"/>
    <dgm:cxn modelId="{1C5F0FB7-B482-4C37-966A-FDF814870427}" type="presParOf" srcId="{55BE6A6E-A262-4AB4-88BB-0373E88157F3}" destId="{4C87ECFC-7936-4588-A37C-B19B09E72960}" srcOrd="1" destOrd="0" presId="urn:microsoft.com/office/officeart/2005/8/layout/architecture"/>
    <dgm:cxn modelId="{89F5DBE0-C773-403A-9194-8D76B33781F1}" type="presParOf" srcId="{55BE6A6E-A262-4AB4-88BB-0373E88157F3}" destId="{81DF254D-B454-4E16-93B5-ABBF8304F2FD}" srcOrd="2" destOrd="0" presId="urn:microsoft.com/office/officeart/2005/8/layout/architecture"/>
    <dgm:cxn modelId="{33B79DD1-12C0-439C-BDD7-282D577DA304}" type="presParOf" srcId="{81DF254D-B454-4E16-93B5-ABBF8304F2FD}" destId="{DEF29E38-37C0-446C-871B-92D0C2DD7292}" srcOrd="0" destOrd="0" presId="urn:microsoft.com/office/officeart/2005/8/layout/architecture"/>
    <dgm:cxn modelId="{EB87E020-F8BE-430C-A7CA-63283FE45013}" type="presParOf" srcId="{81DF254D-B454-4E16-93B5-ABBF8304F2FD}" destId="{B4AB1FFE-D476-4143-ADE9-8EBE30805674}" srcOrd="1" destOrd="0" presId="urn:microsoft.com/office/officeart/2005/8/layout/architecture"/>
    <dgm:cxn modelId="{4CAEEF8B-3AC1-465B-8A80-F2614B00C58C}" type="presParOf" srcId="{55BE6A6E-A262-4AB4-88BB-0373E88157F3}" destId="{BB7C231E-9529-43E1-8895-C77EC8F38372}" srcOrd="3" destOrd="0" presId="urn:microsoft.com/office/officeart/2005/8/layout/architecture"/>
    <dgm:cxn modelId="{58DB25B1-1255-426F-B43E-D78163114BF8}" type="presParOf" srcId="{55BE6A6E-A262-4AB4-88BB-0373E88157F3}" destId="{E26707CC-9623-4045-BCC5-DC05827AC159}" srcOrd="4" destOrd="0" presId="urn:microsoft.com/office/officeart/2005/8/layout/architecture"/>
    <dgm:cxn modelId="{A3483F70-E31B-4538-A1FB-941215A5B14A}" type="presParOf" srcId="{E26707CC-9623-4045-BCC5-DC05827AC159}" destId="{26DD5604-8471-4F74-9E8B-16FF653C2557}" srcOrd="0" destOrd="0" presId="urn:microsoft.com/office/officeart/2005/8/layout/architecture"/>
    <dgm:cxn modelId="{00EC7467-154D-4C00-AE57-B9CED5AE4D96}" type="presParOf" srcId="{E26707CC-9623-4045-BCC5-DC05827AC159}" destId="{034DA089-7672-4322-8426-9E7F05D9DAE4}" srcOrd="1" destOrd="0" presId="urn:microsoft.com/office/officeart/2005/8/layout/architecture"/>
    <dgm:cxn modelId="{2FC87435-CA6D-4280-A316-B08D2F4B92E5}" type="presParOf" srcId="{55BE6A6E-A262-4AB4-88BB-0373E88157F3}" destId="{C2CE1088-B9D0-49F5-94AF-24D04E4E28C2}" srcOrd="5" destOrd="0" presId="urn:microsoft.com/office/officeart/2005/8/layout/architecture"/>
    <dgm:cxn modelId="{7761C33F-1281-430C-8DEF-ACD62F6F8BD0}" type="presParOf" srcId="{55BE6A6E-A262-4AB4-88BB-0373E88157F3}" destId="{983DC55B-14BF-4ADC-89E6-528837B61EE8}" srcOrd="6" destOrd="0" presId="urn:microsoft.com/office/officeart/2005/8/layout/architecture"/>
    <dgm:cxn modelId="{9FEE91E4-77B8-49A8-AF5C-59599B90939A}" type="presParOf" srcId="{983DC55B-14BF-4ADC-89E6-528837B61EE8}" destId="{1D0F3509-30CB-4FFF-8CA9-FBB960B920DE}" srcOrd="0" destOrd="0" presId="urn:microsoft.com/office/officeart/2005/8/layout/architecture"/>
    <dgm:cxn modelId="{5D38D902-3B79-487E-A16E-453C9FD869C6}" type="presParOf" srcId="{983DC55B-14BF-4ADC-89E6-528837B61EE8}" destId="{F7F73344-AD40-4821-A2BE-3A2CBBF5B8BE}" srcOrd="1" destOrd="0" presId="urn:microsoft.com/office/officeart/2005/8/layout/architecture"/>
    <dgm:cxn modelId="{CB0C9C78-DD83-4BD8-A56C-3D2A51A047CE}" type="presParOf" srcId="{55BE6A6E-A262-4AB4-88BB-0373E88157F3}" destId="{C2141431-FC0F-4B3B-AEFD-D192E09F420E}" srcOrd="7" destOrd="0" presId="urn:microsoft.com/office/officeart/2005/8/layout/architecture"/>
    <dgm:cxn modelId="{4D848465-89FA-4541-BF8A-FE8C6C2529FE}" type="presParOf" srcId="{55BE6A6E-A262-4AB4-88BB-0373E88157F3}" destId="{B0AAA23E-770D-4D71-9FE0-381F8FC26C55}" srcOrd="8" destOrd="0" presId="urn:microsoft.com/office/officeart/2005/8/layout/architecture"/>
    <dgm:cxn modelId="{78B4385D-2550-4784-84F8-EFCCC9C88DD9}" type="presParOf" srcId="{B0AAA23E-770D-4D71-9FE0-381F8FC26C55}" destId="{274117A1-2718-4093-891A-9A30A8D0AD5A}" srcOrd="0" destOrd="0" presId="urn:microsoft.com/office/officeart/2005/8/layout/architecture"/>
    <dgm:cxn modelId="{89F4BC73-4D13-455A-A4C8-75D17CEA3B93}" type="presParOf" srcId="{B0AAA23E-770D-4D71-9FE0-381F8FC26C55}" destId="{55FA213F-1341-40D4-8EE5-D3657593415C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8BB9814-F7C5-423A-80B0-3A26DFEF5482}" type="doc">
      <dgm:prSet loTypeId="urn:microsoft.com/office/officeart/2005/8/layout/architecture" loCatId="hierarchy" qsTypeId="urn:microsoft.com/office/officeart/2005/8/quickstyle/simple5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80BC6469-1445-4610-960F-70538434B922}">
      <dgm:prSet/>
      <dgm:spPr/>
      <dgm:t>
        <a:bodyPr/>
        <a:lstStyle/>
        <a:p>
          <a:r>
            <a:rPr lang="en-US" dirty="0"/>
            <a:t>Test Accuracy: 0.859                                  </a:t>
          </a:r>
        </a:p>
      </dgm:t>
    </dgm:pt>
    <dgm:pt modelId="{5DA785E3-DCEC-45CB-839E-4825260FD945}" type="parTrans" cxnId="{BEADA1FD-2469-4984-A68F-D0E6E77F61D4}">
      <dgm:prSet/>
      <dgm:spPr/>
      <dgm:t>
        <a:bodyPr/>
        <a:lstStyle/>
        <a:p>
          <a:endParaRPr lang="en-US"/>
        </a:p>
      </dgm:t>
    </dgm:pt>
    <dgm:pt modelId="{6AA517D8-6A86-469F-85A4-22A2526D1027}" type="sibTrans" cxnId="{BEADA1FD-2469-4984-A68F-D0E6E77F61D4}">
      <dgm:prSet/>
      <dgm:spPr/>
      <dgm:t>
        <a:bodyPr/>
        <a:lstStyle/>
        <a:p>
          <a:endParaRPr lang="en-US"/>
        </a:p>
      </dgm:t>
    </dgm:pt>
    <dgm:pt modelId="{14E39F8E-8E19-4ECA-A6C4-9C91EAFA1C1E}">
      <dgm:prSet/>
      <dgm:spPr/>
      <dgm:t>
        <a:bodyPr/>
        <a:lstStyle/>
        <a:p>
          <a:r>
            <a:rPr lang="en-US" dirty="0"/>
            <a:t>Test Precision: 0.888</a:t>
          </a:r>
        </a:p>
      </dgm:t>
    </dgm:pt>
    <dgm:pt modelId="{DBFFD87F-8840-4760-A374-0BDFBB5666C3}" type="parTrans" cxnId="{78752AB1-FD22-4BED-BB38-A3ED2A9DC47E}">
      <dgm:prSet/>
      <dgm:spPr/>
      <dgm:t>
        <a:bodyPr/>
        <a:lstStyle/>
        <a:p>
          <a:endParaRPr lang="en-US"/>
        </a:p>
      </dgm:t>
    </dgm:pt>
    <dgm:pt modelId="{0B71FF87-100C-4244-AB5E-4A661BFBF74C}" type="sibTrans" cxnId="{78752AB1-FD22-4BED-BB38-A3ED2A9DC47E}">
      <dgm:prSet/>
      <dgm:spPr/>
      <dgm:t>
        <a:bodyPr/>
        <a:lstStyle/>
        <a:p>
          <a:endParaRPr lang="en-US"/>
        </a:p>
      </dgm:t>
    </dgm:pt>
    <dgm:pt modelId="{EC398440-80E6-4764-B4C1-0E69C697164D}">
      <dgm:prSet/>
      <dgm:spPr/>
      <dgm:t>
        <a:bodyPr/>
        <a:lstStyle/>
        <a:p>
          <a:r>
            <a:rPr lang="en-US" dirty="0"/>
            <a:t>Test Recall: 0.853             </a:t>
          </a:r>
        </a:p>
      </dgm:t>
    </dgm:pt>
    <dgm:pt modelId="{B8D55FF3-C69C-4182-9F90-1AE278149322}" type="parTrans" cxnId="{55B65740-7185-41C3-9A74-D432A6CD4095}">
      <dgm:prSet/>
      <dgm:spPr/>
      <dgm:t>
        <a:bodyPr/>
        <a:lstStyle/>
        <a:p>
          <a:endParaRPr lang="en-US"/>
        </a:p>
      </dgm:t>
    </dgm:pt>
    <dgm:pt modelId="{B74EFC80-13AC-43BA-8051-11A446917F70}" type="sibTrans" cxnId="{55B65740-7185-41C3-9A74-D432A6CD4095}">
      <dgm:prSet/>
      <dgm:spPr/>
      <dgm:t>
        <a:bodyPr/>
        <a:lstStyle/>
        <a:p>
          <a:endParaRPr lang="en-US"/>
        </a:p>
      </dgm:t>
    </dgm:pt>
    <dgm:pt modelId="{39F50DF8-C957-47C8-B45A-78A7BE57A469}">
      <dgm:prSet/>
      <dgm:spPr/>
      <dgm:t>
        <a:bodyPr/>
        <a:lstStyle/>
        <a:p>
          <a:r>
            <a:rPr lang="en-US" dirty="0"/>
            <a:t>Test F1: 0.870</a:t>
          </a:r>
        </a:p>
      </dgm:t>
    </dgm:pt>
    <dgm:pt modelId="{D48AE3A2-9C9E-4994-A3EB-F2C89253817A}" type="parTrans" cxnId="{6BF3CF74-D52F-4BA7-AFB2-ABEAC19B715C}">
      <dgm:prSet/>
      <dgm:spPr/>
      <dgm:t>
        <a:bodyPr/>
        <a:lstStyle/>
        <a:p>
          <a:endParaRPr lang="en-US"/>
        </a:p>
      </dgm:t>
    </dgm:pt>
    <dgm:pt modelId="{4A336C67-A992-4FF6-9CF1-029B02076A79}" type="sibTrans" cxnId="{6BF3CF74-D52F-4BA7-AFB2-ABEAC19B715C}">
      <dgm:prSet/>
      <dgm:spPr/>
      <dgm:t>
        <a:bodyPr/>
        <a:lstStyle/>
        <a:p>
          <a:endParaRPr lang="en-US"/>
        </a:p>
      </dgm:t>
    </dgm:pt>
    <dgm:pt modelId="{080FF298-98F6-4EF7-97D2-1C58756D8FE7}">
      <dgm:prSet/>
      <dgm:spPr/>
      <dgm:t>
        <a:bodyPr/>
        <a:lstStyle/>
        <a:p>
          <a:r>
            <a:rPr lang="en-US" dirty="0"/>
            <a:t>DT ROC-AUC: 0.928</a:t>
          </a:r>
        </a:p>
      </dgm:t>
    </dgm:pt>
    <dgm:pt modelId="{90587489-41D1-4C46-8A0B-287319AD234B}" type="parTrans" cxnId="{EBED473B-55D5-46E5-889E-7D46A14FF769}">
      <dgm:prSet/>
      <dgm:spPr/>
      <dgm:t>
        <a:bodyPr/>
        <a:lstStyle/>
        <a:p>
          <a:endParaRPr lang="en-US"/>
        </a:p>
      </dgm:t>
    </dgm:pt>
    <dgm:pt modelId="{074D7B78-ADDE-4086-A905-D57380CFE00C}" type="sibTrans" cxnId="{EBED473B-55D5-46E5-889E-7D46A14FF769}">
      <dgm:prSet/>
      <dgm:spPr/>
      <dgm:t>
        <a:bodyPr/>
        <a:lstStyle/>
        <a:p>
          <a:endParaRPr lang="en-US"/>
        </a:p>
      </dgm:t>
    </dgm:pt>
    <dgm:pt modelId="{55BE6A6E-A262-4AB4-88BB-0373E88157F3}" type="pres">
      <dgm:prSet presAssocID="{B8BB9814-F7C5-423A-80B0-3A26DFEF548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56E8910-5309-4BCC-93F9-68DFAB4B845A}" type="pres">
      <dgm:prSet presAssocID="{80BC6469-1445-4610-960F-70538434B922}" presName="vertOne" presStyleCnt="0"/>
      <dgm:spPr/>
    </dgm:pt>
    <dgm:pt modelId="{84A61292-BEC5-4842-9439-7EF16CEEBC73}" type="pres">
      <dgm:prSet presAssocID="{80BC6469-1445-4610-960F-70538434B922}" presName="txOne" presStyleLbl="node0" presStyleIdx="0" presStyleCnt="5">
        <dgm:presLayoutVars>
          <dgm:chPref val="3"/>
        </dgm:presLayoutVars>
      </dgm:prSet>
      <dgm:spPr/>
    </dgm:pt>
    <dgm:pt modelId="{1B8509F5-1EB6-4CAF-BB7B-0CFBEE296A35}" type="pres">
      <dgm:prSet presAssocID="{80BC6469-1445-4610-960F-70538434B922}" presName="horzOne" presStyleCnt="0"/>
      <dgm:spPr/>
    </dgm:pt>
    <dgm:pt modelId="{4C87ECFC-7936-4588-A37C-B19B09E72960}" type="pres">
      <dgm:prSet presAssocID="{6AA517D8-6A86-469F-85A4-22A2526D1027}" presName="sibSpaceOne" presStyleCnt="0"/>
      <dgm:spPr/>
    </dgm:pt>
    <dgm:pt modelId="{81DF254D-B454-4E16-93B5-ABBF8304F2FD}" type="pres">
      <dgm:prSet presAssocID="{14E39F8E-8E19-4ECA-A6C4-9C91EAFA1C1E}" presName="vertOne" presStyleCnt="0"/>
      <dgm:spPr/>
    </dgm:pt>
    <dgm:pt modelId="{DEF29E38-37C0-446C-871B-92D0C2DD7292}" type="pres">
      <dgm:prSet presAssocID="{14E39F8E-8E19-4ECA-A6C4-9C91EAFA1C1E}" presName="txOne" presStyleLbl="node0" presStyleIdx="1" presStyleCnt="5">
        <dgm:presLayoutVars>
          <dgm:chPref val="3"/>
        </dgm:presLayoutVars>
      </dgm:prSet>
      <dgm:spPr/>
    </dgm:pt>
    <dgm:pt modelId="{B4AB1FFE-D476-4143-ADE9-8EBE30805674}" type="pres">
      <dgm:prSet presAssocID="{14E39F8E-8E19-4ECA-A6C4-9C91EAFA1C1E}" presName="horzOne" presStyleCnt="0"/>
      <dgm:spPr/>
    </dgm:pt>
    <dgm:pt modelId="{BB7C231E-9529-43E1-8895-C77EC8F38372}" type="pres">
      <dgm:prSet presAssocID="{0B71FF87-100C-4244-AB5E-4A661BFBF74C}" presName="sibSpaceOne" presStyleCnt="0"/>
      <dgm:spPr/>
    </dgm:pt>
    <dgm:pt modelId="{E26707CC-9623-4045-BCC5-DC05827AC159}" type="pres">
      <dgm:prSet presAssocID="{EC398440-80E6-4764-B4C1-0E69C697164D}" presName="vertOne" presStyleCnt="0"/>
      <dgm:spPr/>
    </dgm:pt>
    <dgm:pt modelId="{26DD5604-8471-4F74-9E8B-16FF653C2557}" type="pres">
      <dgm:prSet presAssocID="{EC398440-80E6-4764-B4C1-0E69C697164D}" presName="txOne" presStyleLbl="node0" presStyleIdx="2" presStyleCnt="5">
        <dgm:presLayoutVars>
          <dgm:chPref val="3"/>
        </dgm:presLayoutVars>
      </dgm:prSet>
      <dgm:spPr/>
    </dgm:pt>
    <dgm:pt modelId="{034DA089-7672-4322-8426-9E7F05D9DAE4}" type="pres">
      <dgm:prSet presAssocID="{EC398440-80E6-4764-B4C1-0E69C697164D}" presName="horzOne" presStyleCnt="0"/>
      <dgm:spPr/>
    </dgm:pt>
    <dgm:pt modelId="{C2CE1088-B9D0-49F5-94AF-24D04E4E28C2}" type="pres">
      <dgm:prSet presAssocID="{B74EFC80-13AC-43BA-8051-11A446917F70}" presName="sibSpaceOne" presStyleCnt="0"/>
      <dgm:spPr/>
    </dgm:pt>
    <dgm:pt modelId="{983DC55B-14BF-4ADC-89E6-528837B61EE8}" type="pres">
      <dgm:prSet presAssocID="{39F50DF8-C957-47C8-B45A-78A7BE57A469}" presName="vertOne" presStyleCnt="0"/>
      <dgm:spPr/>
    </dgm:pt>
    <dgm:pt modelId="{1D0F3509-30CB-4FFF-8CA9-FBB960B920DE}" type="pres">
      <dgm:prSet presAssocID="{39F50DF8-C957-47C8-B45A-78A7BE57A469}" presName="txOne" presStyleLbl="node0" presStyleIdx="3" presStyleCnt="5" custLinFactNeighborY="694">
        <dgm:presLayoutVars>
          <dgm:chPref val="3"/>
        </dgm:presLayoutVars>
      </dgm:prSet>
      <dgm:spPr/>
    </dgm:pt>
    <dgm:pt modelId="{F7F73344-AD40-4821-A2BE-3A2CBBF5B8BE}" type="pres">
      <dgm:prSet presAssocID="{39F50DF8-C957-47C8-B45A-78A7BE57A469}" presName="horzOne" presStyleCnt="0"/>
      <dgm:spPr/>
    </dgm:pt>
    <dgm:pt modelId="{C2141431-FC0F-4B3B-AEFD-D192E09F420E}" type="pres">
      <dgm:prSet presAssocID="{4A336C67-A992-4FF6-9CF1-029B02076A79}" presName="sibSpaceOne" presStyleCnt="0"/>
      <dgm:spPr/>
    </dgm:pt>
    <dgm:pt modelId="{B0AAA23E-770D-4D71-9FE0-381F8FC26C55}" type="pres">
      <dgm:prSet presAssocID="{080FF298-98F6-4EF7-97D2-1C58756D8FE7}" presName="vertOne" presStyleCnt="0"/>
      <dgm:spPr/>
    </dgm:pt>
    <dgm:pt modelId="{274117A1-2718-4093-891A-9A30A8D0AD5A}" type="pres">
      <dgm:prSet presAssocID="{080FF298-98F6-4EF7-97D2-1C58756D8FE7}" presName="txOne" presStyleLbl="node0" presStyleIdx="4" presStyleCnt="5">
        <dgm:presLayoutVars>
          <dgm:chPref val="3"/>
        </dgm:presLayoutVars>
      </dgm:prSet>
      <dgm:spPr/>
    </dgm:pt>
    <dgm:pt modelId="{55FA213F-1341-40D4-8EE5-D3657593415C}" type="pres">
      <dgm:prSet presAssocID="{080FF298-98F6-4EF7-97D2-1C58756D8FE7}" presName="horzOne" presStyleCnt="0"/>
      <dgm:spPr/>
    </dgm:pt>
  </dgm:ptLst>
  <dgm:cxnLst>
    <dgm:cxn modelId="{196D702A-470F-4BF4-8030-80D0C39F17B2}" type="presOf" srcId="{EC398440-80E6-4764-B4C1-0E69C697164D}" destId="{26DD5604-8471-4F74-9E8B-16FF653C2557}" srcOrd="0" destOrd="0" presId="urn:microsoft.com/office/officeart/2005/8/layout/architecture"/>
    <dgm:cxn modelId="{4864AD35-21C0-4ABD-AC6B-2B7856880FF5}" type="presOf" srcId="{B8BB9814-F7C5-423A-80B0-3A26DFEF5482}" destId="{55BE6A6E-A262-4AB4-88BB-0373E88157F3}" srcOrd="0" destOrd="0" presId="urn:microsoft.com/office/officeart/2005/8/layout/architecture"/>
    <dgm:cxn modelId="{EBED473B-55D5-46E5-889E-7D46A14FF769}" srcId="{B8BB9814-F7C5-423A-80B0-3A26DFEF5482}" destId="{080FF298-98F6-4EF7-97D2-1C58756D8FE7}" srcOrd="4" destOrd="0" parTransId="{90587489-41D1-4C46-8A0B-287319AD234B}" sibTransId="{074D7B78-ADDE-4086-A905-D57380CFE00C}"/>
    <dgm:cxn modelId="{55B65740-7185-41C3-9A74-D432A6CD4095}" srcId="{B8BB9814-F7C5-423A-80B0-3A26DFEF5482}" destId="{EC398440-80E6-4764-B4C1-0E69C697164D}" srcOrd="2" destOrd="0" parTransId="{B8D55FF3-C69C-4182-9F90-1AE278149322}" sibTransId="{B74EFC80-13AC-43BA-8051-11A446917F70}"/>
    <dgm:cxn modelId="{6E40D363-EC39-467F-AD74-5FE95B7E536F}" type="presOf" srcId="{39F50DF8-C957-47C8-B45A-78A7BE57A469}" destId="{1D0F3509-30CB-4FFF-8CA9-FBB960B920DE}" srcOrd="0" destOrd="0" presId="urn:microsoft.com/office/officeart/2005/8/layout/architecture"/>
    <dgm:cxn modelId="{540DCA51-9DD6-4624-8E2B-340FD88B84C7}" type="presOf" srcId="{080FF298-98F6-4EF7-97D2-1C58756D8FE7}" destId="{274117A1-2718-4093-891A-9A30A8D0AD5A}" srcOrd="0" destOrd="0" presId="urn:microsoft.com/office/officeart/2005/8/layout/architecture"/>
    <dgm:cxn modelId="{6BF3CF74-D52F-4BA7-AFB2-ABEAC19B715C}" srcId="{B8BB9814-F7C5-423A-80B0-3A26DFEF5482}" destId="{39F50DF8-C957-47C8-B45A-78A7BE57A469}" srcOrd="3" destOrd="0" parTransId="{D48AE3A2-9C9E-4994-A3EB-F2C89253817A}" sibTransId="{4A336C67-A992-4FF6-9CF1-029B02076A79}"/>
    <dgm:cxn modelId="{1399A875-2114-4D58-973E-24430B6B6EA7}" type="presOf" srcId="{14E39F8E-8E19-4ECA-A6C4-9C91EAFA1C1E}" destId="{DEF29E38-37C0-446C-871B-92D0C2DD7292}" srcOrd="0" destOrd="0" presId="urn:microsoft.com/office/officeart/2005/8/layout/architecture"/>
    <dgm:cxn modelId="{AF9727AD-C5C3-40C8-A64D-80482AB3F3A8}" type="presOf" srcId="{80BC6469-1445-4610-960F-70538434B922}" destId="{84A61292-BEC5-4842-9439-7EF16CEEBC73}" srcOrd="0" destOrd="0" presId="urn:microsoft.com/office/officeart/2005/8/layout/architecture"/>
    <dgm:cxn modelId="{78752AB1-FD22-4BED-BB38-A3ED2A9DC47E}" srcId="{B8BB9814-F7C5-423A-80B0-3A26DFEF5482}" destId="{14E39F8E-8E19-4ECA-A6C4-9C91EAFA1C1E}" srcOrd="1" destOrd="0" parTransId="{DBFFD87F-8840-4760-A374-0BDFBB5666C3}" sibTransId="{0B71FF87-100C-4244-AB5E-4A661BFBF74C}"/>
    <dgm:cxn modelId="{BEADA1FD-2469-4984-A68F-D0E6E77F61D4}" srcId="{B8BB9814-F7C5-423A-80B0-3A26DFEF5482}" destId="{80BC6469-1445-4610-960F-70538434B922}" srcOrd="0" destOrd="0" parTransId="{5DA785E3-DCEC-45CB-839E-4825260FD945}" sibTransId="{6AA517D8-6A86-469F-85A4-22A2526D1027}"/>
    <dgm:cxn modelId="{C2861048-3BE7-4243-9050-6418C6EA9F41}" type="presParOf" srcId="{55BE6A6E-A262-4AB4-88BB-0373E88157F3}" destId="{656E8910-5309-4BCC-93F9-68DFAB4B845A}" srcOrd="0" destOrd="0" presId="urn:microsoft.com/office/officeart/2005/8/layout/architecture"/>
    <dgm:cxn modelId="{D0BD7ED9-ACC6-4A99-8875-0F40910E520A}" type="presParOf" srcId="{656E8910-5309-4BCC-93F9-68DFAB4B845A}" destId="{84A61292-BEC5-4842-9439-7EF16CEEBC73}" srcOrd="0" destOrd="0" presId="urn:microsoft.com/office/officeart/2005/8/layout/architecture"/>
    <dgm:cxn modelId="{8CC93DD8-F712-44D0-881D-FDCF18AC581A}" type="presParOf" srcId="{656E8910-5309-4BCC-93F9-68DFAB4B845A}" destId="{1B8509F5-1EB6-4CAF-BB7B-0CFBEE296A35}" srcOrd="1" destOrd="0" presId="urn:microsoft.com/office/officeart/2005/8/layout/architecture"/>
    <dgm:cxn modelId="{1C5F0FB7-B482-4C37-966A-FDF814870427}" type="presParOf" srcId="{55BE6A6E-A262-4AB4-88BB-0373E88157F3}" destId="{4C87ECFC-7936-4588-A37C-B19B09E72960}" srcOrd="1" destOrd="0" presId="urn:microsoft.com/office/officeart/2005/8/layout/architecture"/>
    <dgm:cxn modelId="{89F5DBE0-C773-403A-9194-8D76B33781F1}" type="presParOf" srcId="{55BE6A6E-A262-4AB4-88BB-0373E88157F3}" destId="{81DF254D-B454-4E16-93B5-ABBF8304F2FD}" srcOrd="2" destOrd="0" presId="urn:microsoft.com/office/officeart/2005/8/layout/architecture"/>
    <dgm:cxn modelId="{33B79DD1-12C0-439C-BDD7-282D577DA304}" type="presParOf" srcId="{81DF254D-B454-4E16-93B5-ABBF8304F2FD}" destId="{DEF29E38-37C0-446C-871B-92D0C2DD7292}" srcOrd="0" destOrd="0" presId="urn:microsoft.com/office/officeart/2005/8/layout/architecture"/>
    <dgm:cxn modelId="{EB87E020-F8BE-430C-A7CA-63283FE45013}" type="presParOf" srcId="{81DF254D-B454-4E16-93B5-ABBF8304F2FD}" destId="{B4AB1FFE-D476-4143-ADE9-8EBE30805674}" srcOrd="1" destOrd="0" presId="urn:microsoft.com/office/officeart/2005/8/layout/architecture"/>
    <dgm:cxn modelId="{4CAEEF8B-3AC1-465B-8A80-F2614B00C58C}" type="presParOf" srcId="{55BE6A6E-A262-4AB4-88BB-0373E88157F3}" destId="{BB7C231E-9529-43E1-8895-C77EC8F38372}" srcOrd="3" destOrd="0" presId="urn:microsoft.com/office/officeart/2005/8/layout/architecture"/>
    <dgm:cxn modelId="{58DB25B1-1255-426F-B43E-D78163114BF8}" type="presParOf" srcId="{55BE6A6E-A262-4AB4-88BB-0373E88157F3}" destId="{E26707CC-9623-4045-BCC5-DC05827AC159}" srcOrd="4" destOrd="0" presId="urn:microsoft.com/office/officeart/2005/8/layout/architecture"/>
    <dgm:cxn modelId="{A3483F70-E31B-4538-A1FB-941215A5B14A}" type="presParOf" srcId="{E26707CC-9623-4045-BCC5-DC05827AC159}" destId="{26DD5604-8471-4F74-9E8B-16FF653C2557}" srcOrd="0" destOrd="0" presId="urn:microsoft.com/office/officeart/2005/8/layout/architecture"/>
    <dgm:cxn modelId="{00EC7467-154D-4C00-AE57-B9CED5AE4D96}" type="presParOf" srcId="{E26707CC-9623-4045-BCC5-DC05827AC159}" destId="{034DA089-7672-4322-8426-9E7F05D9DAE4}" srcOrd="1" destOrd="0" presId="urn:microsoft.com/office/officeart/2005/8/layout/architecture"/>
    <dgm:cxn modelId="{2FC87435-CA6D-4280-A316-B08D2F4B92E5}" type="presParOf" srcId="{55BE6A6E-A262-4AB4-88BB-0373E88157F3}" destId="{C2CE1088-B9D0-49F5-94AF-24D04E4E28C2}" srcOrd="5" destOrd="0" presId="urn:microsoft.com/office/officeart/2005/8/layout/architecture"/>
    <dgm:cxn modelId="{7761C33F-1281-430C-8DEF-ACD62F6F8BD0}" type="presParOf" srcId="{55BE6A6E-A262-4AB4-88BB-0373E88157F3}" destId="{983DC55B-14BF-4ADC-89E6-528837B61EE8}" srcOrd="6" destOrd="0" presId="urn:microsoft.com/office/officeart/2005/8/layout/architecture"/>
    <dgm:cxn modelId="{9FEE91E4-77B8-49A8-AF5C-59599B90939A}" type="presParOf" srcId="{983DC55B-14BF-4ADC-89E6-528837B61EE8}" destId="{1D0F3509-30CB-4FFF-8CA9-FBB960B920DE}" srcOrd="0" destOrd="0" presId="urn:microsoft.com/office/officeart/2005/8/layout/architecture"/>
    <dgm:cxn modelId="{5D38D902-3B79-487E-A16E-453C9FD869C6}" type="presParOf" srcId="{983DC55B-14BF-4ADC-89E6-528837B61EE8}" destId="{F7F73344-AD40-4821-A2BE-3A2CBBF5B8BE}" srcOrd="1" destOrd="0" presId="urn:microsoft.com/office/officeart/2005/8/layout/architecture"/>
    <dgm:cxn modelId="{CB0C9C78-DD83-4BD8-A56C-3D2A51A047CE}" type="presParOf" srcId="{55BE6A6E-A262-4AB4-88BB-0373E88157F3}" destId="{C2141431-FC0F-4B3B-AEFD-D192E09F420E}" srcOrd="7" destOrd="0" presId="urn:microsoft.com/office/officeart/2005/8/layout/architecture"/>
    <dgm:cxn modelId="{4D848465-89FA-4541-BF8A-FE8C6C2529FE}" type="presParOf" srcId="{55BE6A6E-A262-4AB4-88BB-0373E88157F3}" destId="{B0AAA23E-770D-4D71-9FE0-381F8FC26C55}" srcOrd="8" destOrd="0" presId="urn:microsoft.com/office/officeart/2005/8/layout/architecture"/>
    <dgm:cxn modelId="{78B4385D-2550-4784-84F8-EFCCC9C88DD9}" type="presParOf" srcId="{B0AAA23E-770D-4D71-9FE0-381F8FC26C55}" destId="{274117A1-2718-4093-891A-9A30A8D0AD5A}" srcOrd="0" destOrd="0" presId="urn:microsoft.com/office/officeart/2005/8/layout/architecture"/>
    <dgm:cxn modelId="{89F4BC73-4D13-455A-A4C8-75D17CEA3B93}" type="presParOf" srcId="{B0AAA23E-770D-4D71-9FE0-381F8FC26C55}" destId="{55FA213F-1341-40D4-8EE5-D3657593415C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A61292-BEC5-4842-9439-7EF16CEEBC73}">
      <dsp:nvSpPr>
        <dsp:cNvPr id="0" name=""/>
        <dsp:cNvSpPr/>
      </dsp:nvSpPr>
      <dsp:spPr>
        <a:xfrm>
          <a:off x="30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Test Accuracy: 0.75                                  </a:t>
          </a:r>
        </a:p>
      </dsp:txBody>
      <dsp:txXfrm>
        <a:off x="15869" y="15569"/>
        <a:ext cx="500420" cy="828626"/>
      </dsp:txXfrm>
    </dsp:sp>
    <dsp:sp modelId="{DEF29E38-37C0-446C-871B-92D0C2DD7292}">
      <dsp:nvSpPr>
        <dsp:cNvPr id="0" name=""/>
        <dsp:cNvSpPr/>
      </dsp:nvSpPr>
      <dsp:spPr>
        <a:xfrm>
          <a:off x="62116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Test Precision: 0.78</a:t>
          </a:r>
        </a:p>
      </dsp:txBody>
      <dsp:txXfrm>
        <a:off x="636729" y="15569"/>
        <a:ext cx="500420" cy="828626"/>
      </dsp:txXfrm>
    </dsp:sp>
    <dsp:sp modelId="{26DD5604-8471-4F74-9E8B-16FF653C2557}">
      <dsp:nvSpPr>
        <dsp:cNvPr id="0" name=""/>
        <dsp:cNvSpPr/>
      </dsp:nvSpPr>
      <dsp:spPr>
        <a:xfrm>
          <a:off x="124202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Test Recall: 0.7647              </a:t>
          </a:r>
        </a:p>
      </dsp:txBody>
      <dsp:txXfrm>
        <a:off x="1257589" y="15569"/>
        <a:ext cx="500420" cy="828626"/>
      </dsp:txXfrm>
    </dsp:sp>
    <dsp:sp modelId="{1D0F3509-30CB-4FFF-8CA9-FBB960B920DE}">
      <dsp:nvSpPr>
        <dsp:cNvPr id="0" name=""/>
        <dsp:cNvSpPr/>
      </dsp:nvSpPr>
      <dsp:spPr>
        <a:xfrm>
          <a:off x="186288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Test F1: 0.772</a:t>
          </a:r>
        </a:p>
      </dsp:txBody>
      <dsp:txXfrm>
        <a:off x="1878449" y="15569"/>
        <a:ext cx="500420" cy="828626"/>
      </dsp:txXfrm>
    </dsp:sp>
    <dsp:sp modelId="{274117A1-2718-4093-891A-9A30A8D0AD5A}">
      <dsp:nvSpPr>
        <dsp:cNvPr id="0" name=""/>
        <dsp:cNvSpPr/>
      </dsp:nvSpPr>
      <dsp:spPr>
        <a:xfrm>
          <a:off x="248374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DT ROC-AUC: 0.748</a:t>
          </a:r>
        </a:p>
      </dsp:txBody>
      <dsp:txXfrm>
        <a:off x="2499309" y="15569"/>
        <a:ext cx="500420" cy="8286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A61292-BEC5-4842-9439-7EF16CEEBC73}">
      <dsp:nvSpPr>
        <dsp:cNvPr id="0" name=""/>
        <dsp:cNvSpPr/>
      </dsp:nvSpPr>
      <dsp:spPr>
        <a:xfrm>
          <a:off x="30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Test Accuracy: 0.86                                  </a:t>
          </a:r>
        </a:p>
      </dsp:txBody>
      <dsp:txXfrm>
        <a:off x="15869" y="15569"/>
        <a:ext cx="500420" cy="828626"/>
      </dsp:txXfrm>
    </dsp:sp>
    <dsp:sp modelId="{DEF29E38-37C0-446C-871B-92D0C2DD7292}">
      <dsp:nvSpPr>
        <dsp:cNvPr id="0" name=""/>
        <dsp:cNvSpPr/>
      </dsp:nvSpPr>
      <dsp:spPr>
        <a:xfrm>
          <a:off x="62116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Test Precision: 0.88</a:t>
          </a:r>
        </a:p>
      </dsp:txBody>
      <dsp:txXfrm>
        <a:off x="636729" y="15569"/>
        <a:ext cx="500420" cy="828626"/>
      </dsp:txXfrm>
    </dsp:sp>
    <dsp:sp modelId="{26DD5604-8471-4F74-9E8B-16FF653C2557}">
      <dsp:nvSpPr>
        <dsp:cNvPr id="0" name=""/>
        <dsp:cNvSpPr/>
      </dsp:nvSpPr>
      <dsp:spPr>
        <a:xfrm>
          <a:off x="124202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Test Recall: 0.87              </a:t>
          </a:r>
        </a:p>
      </dsp:txBody>
      <dsp:txXfrm>
        <a:off x="1257589" y="15569"/>
        <a:ext cx="500420" cy="828626"/>
      </dsp:txXfrm>
    </dsp:sp>
    <dsp:sp modelId="{1D0F3509-30CB-4FFF-8CA9-FBB960B920DE}">
      <dsp:nvSpPr>
        <dsp:cNvPr id="0" name=""/>
        <dsp:cNvSpPr/>
      </dsp:nvSpPr>
      <dsp:spPr>
        <a:xfrm>
          <a:off x="186288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Test F1: 0.87</a:t>
          </a:r>
        </a:p>
      </dsp:txBody>
      <dsp:txXfrm>
        <a:off x="1878449" y="15569"/>
        <a:ext cx="500420" cy="828626"/>
      </dsp:txXfrm>
    </dsp:sp>
    <dsp:sp modelId="{274117A1-2718-4093-891A-9A30A8D0AD5A}">
      <dsp:nvSpPr>
        <dsp:cNvPr id="0" name=""/>
        <dsp:cNvSpPr/>
      </dsp:nvSpPr>
      <dsp:spPr>
        <a:xfrm>
          <a:off x="248374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DT ROC-AUC: 0.93 </a:t>
          </a:r>
        </a:p>
      </dsp:txBody>
      <dsp:txXfrm>
        <a:off x="2499309" y="15569"/>
        <a:ext cx="500420" cy="8286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A61292-BEC5-4842-9439-7EF16CEEBC73}">
      <dsp:nvSpPr>
        <dsp:cNvPr id="0" name=""/>
        <dsp:cNvSpPr/>
      </dsp:nvSpPr>
      <dsp:spPr>
        <a:xfrm>
          <a:off x="30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Test Accuracy: 0.897                                  </a:t>
          </a:r>
        </a:p>
      </dsp:txBody>
      <dsp:txXfrm>
        <a:off x="15869" y="15569"/>
        <a:ext cx="500420" cy="828626"/>
      </dsp:txXfrm>
    </dsp:sp>
    <dsp:sp modelId="{DEF29E38-37C0-446C-871B-92D0C2DD7292}">
      <dsp:nvSpPr>
        <dsp:cNvPr id="0" name=""/>
        <dsp:cNvSpPr/>
      </dsp:nvSpPr>
      <dsp:spPr>
        <a:xfrm>
          <a:off x="62116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Test Precision: 0.888</a:t>
          </a:r>
        </a:p>
      </dsp:txBody>
      <dsp:txXfrm>
        <a:off x="636729" y="15569"/>
        <a:ext cx="500420" cy="828626"/>
      </dsp:txXfrm>
    </dsp:sp>
    <dsp:sp modelId="{26DD5604-8471-4F74-9E8B-16FF653C2557}">
      <dsp:nvSpPr>
        <dsp:cNvPr id="0" name=""/>
        <dsp:cNvSpPr/>
      </dsp:nvSpPr>
      <dsp:spPr>
        <a:xfrm>
          <a:off x="124202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Test Recall: 0.93              </a:t>
          </a:r>
        </a:p>
      </dsp:txBody>
      <dsp:txXfrm>
        <a:off x="1257589" y="15569"/>
        <a:ext cx="500420" cy="828626"/>
      </dsp:txXfrm>
    </dsp:sp>
    <dsp:sp modelId="{1D0F3509-30CB-4FFF-8CA9-FBB960B920DE}">
      <dsp:nvSpPr>
        <dsp:cNvPr id="0" name=""/>
        <dsp:cNvSpPr/>
      </dsp:nvSpPr>
      <dsp:spPr>
        <a:xfrm>
          <a:off x="186288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Test F1: 0.909</a:t>
          </a:r>
        </a:p>
      </dsp:txBody>
      <dsp:txXfrm>
        <a:off x="1878449" y="15569"/>
        <a:ext cx="500420" cy="828626"/>
      </dsp:txXfrm>
    </dsp:sp>
    <dsp:sp modelId="{274117A1-2718-4093-891A-9A30A8D0AD5A}">
      <dsp:nvSpPr>
        <dsp:cNvPr id="0" name=""/>
        <dsp:cNvSpPr/>
      </dsp:nvSpPr>
      <dsp:spPr>
        <a:xfrm>
          <a:off x="248374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DT ROC-AUC: 0.93</a:t>
          </a:r>
        </a:p>
      </dsp:txBody>
      <dsp:txXfrm>
        <a:off x="2499309" y="15569"/>
        <a:ext cx="500420" cy="8286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A61292-BEC5-4842-9439-7EF16CEEBC73}">
      <dsp:nvSpPr>
        <dsp:cNvPr id="0" name=""/>
        <dsp:cNvSpPr/>
      </dsp:nvSpPr>
      <dsp:spPr>
        <a:xfrm>
          <a:off x="30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Test Accuracy: 0.891                                  </a:t>
          </a:r>
        </a:p>
      </dsp:txBody>
      <dsp:txXfrm>
        <a:off x="15869" y="15569"/>
        <a:ext cx="500420" cy="828626"/>
      </dsp:txXfrm>
    </dsp:sp>
    <dsp:sp modelId="{DEF29E38-37C0-446C-871B-92D0C2DD7292}">
      <dsp:nvSpPr>
        <dsp:cNvPr id="0" name=""/>
        <dsp:cNvSpPr/>
      </dsp:nvSpPr>
      <dsp:spPr>
        <a:xfrm>
          <a:off x="62116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Test Precision: 0.887</a:t>
          </a:r>
        </a:p>
      </dsp:txBody>
      <dsp:txXfrm>
        <a:off x="636729" y="15569"/>
        <a:ext cx="500420" cy="828626"/>
      </dsp:txXfrm>
    </dsp:sp>
    <dsp:sp modelId="{26DD5604-8471-4F74-9E8B-16FF653C2557}">
      <dsp:nvSpPr>
        <dsp:cNvPr id="0" name=""/>
        <dsp:cNvSpPr/>
      </dsp:nvSpPr>
      <dsp:spPr>
        <a:xfrm>
          <a:off x="124202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Test Recall: 0.92              </a:t>
          </a:r>
        </a:p>
      </dsp:txBody>
      <dsp:txXfrm>
        <a:off x="1257589" y="15569"/>
        <a:ext cx="500420" cy="828626"/>
      </dsp:txXfrm>
    </dsp:sp>
    <dsp:sp modelId="{1D0F3509-30CB-4FFF-8CA9-FBB960B920DE}">
      <dsp:nvSpPr>
        <dsp:cNvPr id="0" name=""/>
        <dsp:cNvSpPr/>
      </dsp:nvSpPr>
      <dsp:spPr>
        <a:xfrm>
          <a:off x="186288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Test F1: 0.904</a:t>
          </a:r>
        </a:p>
      </dsp:txBody>
      <dsp:txXfrm>
        <a:off x="1878449" y="15569"/>
        <a:ext cx="500420" cy="828626"/>
      </dsp:txXfrm>
    </dsp:sp>
    <dsp:sp modelId="{274117A1-2718-4093-891A-9A30A8D0AD5A}">
      <dsp:nvSpPr>
        <dsp:cNvPr id="0" name=""/>
        <dsp:cNvSpPr/>
      </dsp:nvSpPr>
      <dsp:spPr>
        <a:xfrm>
          <a:off x="2483740" y="0"/>
          <a:ext cx="531558" cy="85976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DT ROC-AUC: 0.930</a:t>
          </a:r>
        </a:p>
      </dsp:txBody>
      <dsp:txXfrm>
        <a:off x="2499309" y="15569"/>
        <a:ext cx="500420" cy="8286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A61292-BEC5-4842-9439-7EF16CEEBC73}">
      <dsp:nvSpPr>
        <dsp:cNvPr id="0" name=""/>
        <dsp:cNvSpPr/>
      </dsp:nvSpPr>
      <dsp:spPr>
        <a:xfrm>
          <a:off x="241" y="0"/>
          <a:ext cx="427139" cy="555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Test Accuracy: 0.891                                  </a:t>
          </a:r>
        </a:p>
      </dsp:txBody>
      <dsp:txXfrm>
        <a:off x="12751" y="12510"/>
        <a:ext cx="402119" cy="530764"/>
      </dsp:txXfrm>
    </dsp:sp>
    <dsp:sp modelId="{DEF29E38-37C0-446C-871B-92D0C2DD7292}">
      <dsp:nvSpPr>
        <dsp:cNvPr id="0" name=""/>
        <dsp:cNvSpPr/>
      </dsp:nvSpPr>
      <dsp:spPr>
        <a:xfrm>
          <a:off x="499140" y="0"/>
          <a:ext cx="427139" cy="555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Test Precision: 0.894</a:t>
          </a:r>
        </a:p>
      </dsp:txBody>
      <dsp:txXfrm>
        <a:off x="511650" y="12510"/>
        <a:ext cx="402119" cy="530764"/>
      </dsp:txXfrm>
    </dsp:sp>
    <dsp:sp modelId="{26DD5604-8471-4F74-9E8B-16FF653C2557}">
      <dsp:nvSpPr>
        <dsp:cNvPr id="0" name=""/>
        <dsp:cNvSpPr/>
      </dsp:nvSpPr>
      <dsp:spPr>
        <a:xfrm>
          <a:off x="998038" y="0"/>
          <a:ext cx="427139" cy="555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Test Recall: 0.912              </a:t>
          </a:r>
        </a:p>
      </dsp:txBody>
      <dsp:txXfrm>
        <a:off x="1010548" y="12510"/>
        <a:ext cx="402119" cy="530764"/>
      </dsp:txXfrm>
    </dsp:sp>
    <dsp:sp modelId="{1D0F3509-30CB-4FFF-8CA9-FBB960B920DE}">
      <dsp:nvSpPr>
        <dsp:cNvPr id="0" name=""/>
        <dsp:cNvSpPr/>
      </dsp:nvSpPr>
      <dsp:spPr>
        <a:xfrm>
          <a:off x="1496937" y="0"/>
          <a:ext cx="427139" cy="555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Test F1: 0.903</a:t>
          </a:r>
        </a:p>
      </dsp:txBody>
      <dsp:txXfrm>
        <a:off x="1509447" y="12510"/>
        <a:ext cx="402119" cy="530764"/>
      </dsp:txXfrm>
    </dsp:sp>
    <dsp:sp modelId="{274117A1-2718-4093-891A-9A30A8D0AD5A}">
      <dsp:nvSpPr>
        <dsp:cNvPr id="0" name=""/>
        <dsp:cNvSpPr/>
      </dsp:nvSpPr>
      <dsp:spPr>
        <a:xfrm>
          <a:off x="1995836" y="0"/>
          <a:ext cx="427139" cy="555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DT ROC-AUC: 0.933</a:t>
          </a:r>
        </a:p>
      </dsp:txBody>
      <dsp:txXfrm>
        <a:off x="2008346" y="12510"/>
        <a:ext cx="402119" cy="5307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A61292-BEC5-4842-9439-7EF16CEEBC73}">
      <dsp:nvSpPr>
        <dsp:cNvPr id="0" name=""/>
        <dsp:cNvSpPr/>
      </dsp:nvSpPr>
      <dsp:spPr>
        <a:xfrm>
          <a:off x="241" y="0"/>
          <a:ext cx="427139" cy="555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Test Accuracy: 0.859                                 </a:t>
          </a:r>
        </a:p>
      </dsp:txBody>
      <dsp:txXfrm>
        <a:off x="12751" y="12510"/>
        <a:ext cx="402119" cy="530764"/>
      </dsp:txXfrm>
    </dsp:sp>
    <dsp:sp modelId="{DEF29E38-37C0-446C-871B-92D0C2DD7292}">
      <dsp:nvSpPr>
        <dsp:cNvPr id="0" name=""/>
        <dsp:cNvSpPr/>
      </dsp:nvSpPr>
      <dsp:spPr>
        <a:xfrm>
          <a:off x="499140" y="0"/>
          <a:ext cx="427139" cy="555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Test Precision: 0.880</a:t>
          </a:r>
        </a:p>
      </dsp:txBody>
      <dsp:txXfrm>
        <a:off x="511650" y="12510"/>
        <a:ext cx="402119" cy="530764"/>
      </dsp:txXfrm>
    </dsp:sp>
    <dsp:sp modelId="{26DD5604-8471-4F74-9E8B-16FF653C2557}">
      <dsp:nvSpPr>
        <dsp:cNvPr id="0" name=""/>
        <dsp:cNvSpPr/>
      </dsp:nvSpPr>
      <dsp:spPr>
        <a:xfrm>
          <a:off x="998038" y="0"/>
          <a:ext cx="427139" cy="555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Test Recall: 0.863              </a:t>
          </a:r>
        </a:p>
      </dsp:txBody>
      <dsp:txXfrm>
        <a:off x="1010548" y="12510"/>
        <a:ext cx="402119" cy="530764"/>
      </dsp:txXfrm>
    </dsp:sp>
    <dsp:sp modelId="{1D0F3509-30CB-4FFF-8CA9-FBB960B920DE}">
      <dsp:nvSpPr>
        <dsp:cNvPr id="0" name=""/>
        <dsp:cNvSpPr/>
      </dsp:nvSpPr>
      <dsp:spPr>
        <a:xfrm>
          <a:off x="1496937" y="0"/>
          <a:ext cx="427139" cy="555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Test F1: 0.871</a:t>
          </a:r>
        </a:p>
      </dsp:txBody>
      <dsp:txXfrm>
        <a:off x="1509447" y="12510"/>
        <a:ext cx="402119" cy="530764"/>
      </dsp:txXfrm>
    </dsp:sp>
    <dsp:sp modelId="{274117A1-2718-4093-891A-9A30A8D0AD5A}">
      <dsp:nvSpPr>
        <dsp:cNvPr id="0" name=""/>
        <dsp:cNvSpPr/>
      </dsp:nvSpPr>
      <dsp:spPr>
        <a:xfrm>
          <a:off x="1995836" y="0"/>
          <a:ext cx="427139" cy="555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DT ROC-AUC: 0.935</a:t>
          </a:r>
        </a:p>
      </dsp:txBody>
      <dsp:txXfrm>
        <a:off x="2008346" y="12510"/>
        <a:ext cx="402119" cy="53076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A61292-BEC5-4842-9439-7EF16CEEBC73}">
      <dsp:nvSpPr>
        <dsp:cNvPr id="0" name=""/>
        <dsp:cNvSpPr/>
      </dsp:nvSpPr>
      <dsp:spPr>
        <a:xfrm>
          <a:off x="241" y="0"/>
          <a:ext cx="427139" cy="555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Test Accuracy: 0.859                                  </a:t>
          </a:r>
        </a:p>
      </dsp:txBody>
      <dsp:txXfrm>
        <a:off x="12751" y="12510"/>
        <a:ext cx="402119" cy="530764"/>
      </dsp:txXfrm>
    </dsp:sp>
    <dsp:sp modelId="{DEF29E38-37C0-446C-871B-92D0C2DD7292}">
      <dsp:nvSpPr>
        <dsp:cNvPr id="0" name=""/>
        <dsp:cNvSpPr/>
      </dsp:nvSpPr>
      <dsp:spPr>
        <a:xfrm>
          <a:off x="499140" y="0"/>
          <a:ext cx="427139" cy="555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Test Precision: 0.888</a:t>
          </a:r>
        </a:p>
      </dsp:txBody>
      <dsp:txXfrm>
        <a:off x="511650" y="12510"/>
        <a:ext cx="402119" cy="530764"/>
      </dsp:txXfrm>
    </dsp:sp>
    <dsp:sp modelId="{26DD5604-8471-4F74-9E8B-16FF653C2557}">
      <dsp:nvSpPr>
        <dsp:cNvPr id="0" name=""/>
        <dsp:cNvSpPr/>
      </dsp:nvSpPr>
      <dsp:spPr>
        <a:xfrm>
          <a:off x="998038" y="0"/>
          <a:ext cx="427139" cy="555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Test Recall: 0.853             </a:t>
          </a:r>
        </a:p>
      </dsp:txBody>
      <dsp:txXfrm>
        <a:off x="1010548" y="12510"/>
        <a:ext cx="402119" cy="530764"/>
      </dsp:txXfrm>
    </dsp:sp>
    <dsp:sp modelId="{1D0F3509-30CB-4FFF-8CA9-FBB960B920DE}">
      <dsp:nvSpPr>
        <dsp:cNvPr id="0" name=""/>
        <dsp:cNvSpPr/>
      </dsp:nvSpPr>
      <dsp:spPr>
        <a:xfrm>
          <a:off x="1496937" y="0"/>
          <a:ext cx="427139" cy="555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Test F1: 0.870</a:t>
          </a:r>
        </a:p>
      </dsp:txBody>
      <dsp:txXfrm>
        <a:off x="1509447" y="12510"/>
        <a:ext cx="402119" cy="530764"/>
      </dsp:txXfrm>
    </dsp:sp>
    <dsp:sp modelId="{274117A1-2718-4093-891A-9A30A8D0AD5A}">
      <dsp:nvSpPr>
        <dsp:cNvPr id="0" name=""/>
        <dsp:cNvSpPr/>
      </dsp:nvSpPr>
      <dsp:spPr>
        <a:xfrm>
          <a:off x="1995836" y="0"/>
          <a:ext cx="427139" cy="555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DT ROC-AUC: 0.928</a:t>
          </a:r>
        </a:p>
      </dsp:txBody>
      <dsp:txXfrm>
        <a:off x="2008346" y="12510"/>
        <a:ext cx="402119" cy="5307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24150" y="512763"/>
            <a:ext cx="369570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24150" y="512763"/>
            <a:ext cx="369570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24150" y="512763"/>
            <a:ext cx="369570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24150" y="512763"/>
            <a:ext cx="36957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043055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24150" y="512763"/>
            <a:ext cx="369570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24150" y="512763"/>
            <a:ext cx="369570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24150" y="512763"/>
            <a:ext cx="3695700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59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linkedin.com/in/nouran-sameh-525807379" TargetMode="External"/><Relationship Id="rId4" Type="http://schemas.openxmlformats.org/officeDocument/2006/relationships/hyperlink" Target="https://www.linkedin.com/in/habeba-mahmoud-sim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13" Type="http://schemas.openxmlformats.org/officeDocument/2006/relationships/diagramData" Target="../diagrams/data7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17" Type="http://schemas.microsoft.com/office/2007/relationships/diagramDrawing" Target="../diagrams/drawing7.xml"/><Relationship Id="rId2" Type="http://schemas.openxmlformats.org/officeDocument/2006/relationships/notesSlide" Target="../notesSlides/notesSlide11.xml"/><Relationship Id="rId16" Type="http://schemas.openxmlformats.org/officeDocument/2006/relationships/diagramColors" Target="../diagrams/colors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Relationship Id="rId14" Type="http://schemas.openxmlformats.org/officeDocument/2006/relationships/diagramLayout" Target="../diagrams/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1164" y="595967"/>
            <a:ext cx="1599009" cy="524094"/>
            <a:chOff x="0" y="0"/>
            <a:chExt cx="2132012" cy="6987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2076" cy="698754"/>
            </a:xfrm>
            <a:custGeom>
              <a:avLst/>
              <a:gdLst/>
              <a:ahLst/>
              <a:cxnLst/>
              <a:rect l="l" t="t" r="r" b="b"/>
              <a:pathLst>
                <a:path w="2132076" h="698754">
                  <a:moveTo>
                    <a:pt x="0" y="0"/>
                  </a:moveTo>
                  <a:lnTo>
                    <a:pt x="2132076" y="0"/>
                  </a:lnTo>
                  <a:lnTo>
                    <a:pt x="2132076" y="698754"/>
                  </a:lnTo>
                  <a:lnTo>
                    <a:pt x="0" y="698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3" r="2" b="-12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283962" y="858014"/>
            <a:ext cx="1360961" cy="210188"/>
          </a:xfrm>
          <a:custGeom>
            <a:avLst/>
            <a:gdLst/>
            <a:ahLst/>
            <a:cxnLst/>
            <a:rect l="l" t="t" r="r" b="b"/>
            <a:pathLst>
              <a:path w="1360961" h="210188">
                <a:moveTo>
                  <a:pt x="0" y="0"/>
                </a:moveTo>
                <a:lnTo>
                  <a:pt x="1360960" y="0"/>
                </a:lnTo>
                <a:lnTo>
                  <a:pt x="1360960" y="210189"/>
                </a:lnTo>
                <a:lnTo>
                  <a:pt x="0" y="2101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070" b="-207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-3496978" y="-3709297"/>
            <a:ext cx="6309360" cy="6309360"/>
            <a:chOff x="0" y="0"/>
            <a:chExt cx="8412480" cy="84124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412480" cy="8412480"/>
            </a:xfrm>
            <a:custGeom>
              <a:avLst/>
              <a:gdLst/>
              <a:ahLst/>
              <a:cxnLst/>
              <a:rect l="l" t="t" r="r" b="b"/>
              <a:pathLst>
                <a:path w="8412480" h="8412480">
                  <a:moveTo>
                    <a:pt x="0" y="4206240"/>
                  </a:moveTo>
                  <a:cubicBezTo>
                    <a:pt x="0" y="1883156"/>
                    <a:pt x="1883156" y="0"/>
                    <a:pt x="4206240" y="0"/>
                  </a:cubicBezTo>
                  <a:cubicBezTo>
                    <a:pt x="6529325" y="0"/>
                    <a:pt x="8412480" y="1883156"/>
                    <a:pt x="8412480" y="4206240"/>
                  </a:cubicBezTo>
                  <a:cubicBezTo>
                    <a:pt x="8412480" y="6529325"/>
                    <a:pt x="6529324" y="8412480"/>
                    <a:pt x="4206240" y="8412480"/>
                  </a:cubicBezTo>
                  <a:cubicBezTo>
                    <a:pt x="1883156" y="8412480"/>
                    <a:pt x="0" y="6529324"/>
                    <a:pt x="0" y="4206240"/>
                  </a:cubicBez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64442" y="2808614"/>
            <a:ext cx="8671798" cy="200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Predicting Heart Disease</a:t>
            </a:r>
          </a:p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with Machine Learning</a:t>
            </a:r>
          </a:p>
          <a:p>
            <a:pPr algn="l">
              <a:lnSpc>
                <a:spcPts val="5280"/>
              </a:lnSpc>
            </a:pPr>
            <a:endParaRPr lang="en-US" sz="44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64442" y="4689759"/>
            <a:ext cx="6045003" cy="247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SIC – AI802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894507" y="4125260"/>
            <a:ext cx="6309360" cy="6309360"/>
            <a:chOff x="0" y="0"/>
            <a:chExt cx="8412480" cy="84124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412480" cy="8412480"/>
            </a:xfrm>
            <a:custGeom>
              <a:avLst/>
              <a:gdLst/>
              <a:ahLst/>
              <a:cxnLst/>
              <a:rect l="l" t="t" r="r" b="b"/>
              <a:pathLst>
                <a:path w="8412480" h="8412480">
                  <a:moveTo>
                    <a:pt x="0" y="4206240"/>
                  </a:moveTo>
                  <a:cubicBezTo>
                    <a:pt x="0" y="1883156"/>
                    <a:pt x="1883156" y="0"/>
                    <a:pt x="4206240" y="0"/>
                  </a:cubicBezTo>
                  <a:cubicBezTo>
                    <a:pt x="6529325" y="0"/>
                    <a:pt x="8412480" y="1883156"/>
                    <a:pt x="8412480" y="4206240"/>
                  </a:cubicBezTo>
                  <a:cubicBezTo>
                    <a:pt x="8412480" y="6529325"/>
                    <a:pt x="6529324" y="8412480"/>
                    <a:pt x="4206240" y="8412480"/>
                  </a:cubicBezTo>
                  <a:cubicBezTo>
                    <a:pt x="1883156" y="8412480"/>
                    <a:pt x="0" y="6529324"/>
                    <a:pt x="0" y="4206240"/>
                  </a:cubicBez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9104" y="260528"/>
            <a:ext cx="4414314" cy="647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Agenda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0681" y="1601444"/>
            <a:ext cx="8803148" cy="3895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Problem </a:t>
            </a:r>
          </a:p>
          <a:p>
            <a:pPr marL="731291" lvl="2" indent="-243764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Solution 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Data Overview </a:t>
            </a:r>
          </a:p>
          <a:p>
            <a:pPr marL="731291" lvl="2" indent="-243764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Data preprocessing techniques </a:t>
            </a:r>
          </a:p>
          <a:p>
            <a:pPr marL="731291" lvl="2" indent="-243764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Exploratory data analysis 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Model training &amp; Evaluation 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Which is best model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Business insights / recommendations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459988" y="2678175"/>
            <a:ext cx="3741162" cy="3348340"/>
          </a:xfrm>
          <a:custGeom>
            <a:avLst/>
            <a:gdLst/>
            <a:ahLst/>
            <a:cxnLst/>
            <a:rect l="l" t="t" r="r" b="b"/>
            <a:pathLst>
              <a:path w="3741162" h="3348340">
                <a:moveTo>
                  <a:pt x="0" y="0"/>
                </a:moveTo>
                <a:lnTo>
                  <a:pt x="3741162" y="0"/>
                </a:lnTo>
                <a:lnTo>
                  <a:pt x="3741162" y="3348340"/>
                </a:lnTo>
                <a:lnTo>
                  <a:pt x="0" y="3348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9104" y="260528"/>
            <a:ext cx="4414314" cy="647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Team members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1992" y="1904413"/>
            <a:ext cx="3030141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  <a:hlinkClick r:id="rId4" tooltip="https://www.linkedin.com/in/habeba-mahmoud-sim"/>
              </a:rPr>
              <a:t>Habeba Mahmoud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2888028"/>
            <a:ext cx="2477170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  <a:hlinkClick r:id="rId5" tooltip="https://www.linkedin.com/in/nouran-sameh-525807379"/>
              </a:rPr>
              <a:t>Nouran Sameh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4855258"/>
            <a:ext cx="2927077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Osama Mohamed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800" y="3871643"/>
            <a:ext cx="2926333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Mark sedky Halim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1C2B30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5928" y="2879103"/>
            <a:ext cx="4602361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759575" y="1904995"/>
            <a:ext cx="2556309" cy="4123080"/>
          </a:xfrm>
          <a:custGeom>
            <a:avLst/>
            <a:gdLst/>
            <a:ahLst/>
            <a:cxnLst/>
            <a:rect l="l" t="t" r="r" b="b"/>
            <a:pathLst>
              <a:path w="2556309" h="4123080">
                <a:moveTo>
                  <a:pt x="0" y="0"/>
                </a:moveTo>
                <a:lnTo>
                  <a:pt x="2556310" y="0"/>
                </a:lnTo>
                <a:lnTo>
                  <a:pt x="2556310" y="4123079"/>
                </a:lnTo>
                <a:lnTo>
                  <a:pt x="0" y="4123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9104" y="260528"/>
            <a:ext cx="6730394" cy="647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0462" y="2305056"/>
            <a:ext cx="6188283" cy="2238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Heart disease can be difficult to detect early. We aim to build a Machine Learning model that predicts whether a patient has heart disease based on their medical and clinical information</a:t>
            </a:r>
          </a:p>
          <a:p>
            <a:pPr algn="l">
              <a:lnSpc>
                <a:spcPts val="2998"/>
              </a:lnSpc>
            </a:pPr>
            <a:endParaRPr lang="en-US" sz="2499">
              <a:solidFill>
                <a:srgbClr val="7F7F7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653374">
            <a:off x="7320073" y="2214115"/>
            <a:ext cx="2876594" cy="3940540"/>
          </a:xfrm>
          <a:custGeom>
            <a:avLst/>
            <a:gdLst/>
            <a:ahLst/>
            <a:cxnLst/>
            <a:rect l="l" t="t" r="r" b="b"/>
            <a:pathLst>
              <a:path w="2876594" h="3940540">
                <a:moveTo>
                  <a:pt x="0" y="0"/>
                </a:moveTo>
                <a:lnTo>
                  <a:pt x="2876594" y="0"/>
                </a:lnTo>
                <a:lnTo>
                  <a:pt x="2876594" y="3940541"/>
                </a:lnTo>
                <a:lnTo>
                  <a:pt x="0" y="3940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237371" y="3930890"/>
            <a:ext cx="2207691" cy="2241310"/>
          </a:xfrm>
          <a:custGeom>
            <a:avLst/>
            <a:gdLst/>
            <a:ahLst/>
            <a:cxnLst/>
            <a:rect l="l" t="t" r="r" b="b"/>
            <a:pathLst>
              <a:path w="2207691" h="2241310">
                <a:moveTo>
                  <a:pt x="0" y="0"/>
                </a:moveTo>
                <a:lnTo>
                  <a:pt x="2207691" y="0"/>
                </a:lnTo>
                <a:lnTo>
                  <a:pt x="2207691" y="2241310"/>
                </a:lnTo>
                <a:lnTo>
                  <a:pt x="0" y="2241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9825" y="1862959"/>
            <a:ext cx="6384423" cy="28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3"/>
              </a:lnSpc>
            </a:pPr>
            <a:endParaRPr/>
          </a:p>
          <a:p>
            <a:pPr algn="l">
              <a:lnSpc>
                <a:spcPts val="3233"/>
              </a:lnSpc>
            </a:pPr>
            <a:r>
              <a:rPr lang="en-US" sz="2694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Predict whether a patient has Heart Disease or No Heart Disease.</a:t>
            </a:r>
          </a:p>
          <a:p>
            <a:pPr algn="l">
              <a:lnSpc>
                <a:spcPts val="3233"/>
              </a:lnSpc>
            </a:pPr>
            <a:r>
              <a:rPr lang="en-US" sz="2694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We built a Machine Learning classification pipeline to analyze patient data and predict heart disease.</a:t>
            </a:r>
          </a:p>
          <a:p>
            <a:pPr algn="l">
              <a:lnSpc>
                <a:spcPts val="3233"/>
              </a:lnSpc>
            </a:pPr>
            <a:endParaRPr lang="en-US" sz="2694">
              <a:solidFill>
                <a:srgbClr val="7F7F7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72197" y="322421"/>
            <a:ext cx="2407587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1"/>
              </a:lnSpc>
              <a:spcBef>
                <a:spcPct val="0"/>
              </a:spcBef>
            </a:pPr>
            <a:r>
              <a:rPr lang="en-US" sz="3659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Objective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1C2B30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92599" y="2752725"/>
            <a:ext cx="3574628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overview 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49104" y="260528"/>
            <a:ext cx="6730394" cy="647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overview </a:t>
            </a:r>
          </a:p>
        </p:txBody>
      </p:sp>
      <p:sp>
        <p:nvSpPr>
          <p:cNvPr id="5" name="Freeform 5"/>
          <p:cNvSpPr/>
          <p:nvPr/>
        </p:nvSpPr>
        <p:spPr>
          <a:xfrm>
            <a:off x="1140289" y="1303395"/>
            <a:ext cx="7596885" cy="5252752"/>
          </a:xfrm>
          <a:custGeom>
            <a:avLst/>
            <a:gdLst/>
            <a:ahLst/>
            <a:cxnLst/>
            <a:rect l="l" t="t" r="r" b="b"/>
            <a:pathLst>
              <a:path w="7596885" h="5252752">
                <a:moveTo>
                  <a:pt x="0" y="0"/>
                </a:moveTo>
                <a:lnTo>
                  <a:pt x="7596885" y="0"/>
                </a:lnTo>
                <a:lnTo>
                  <a:pt x="7596885" y="5252752"/>
                </a:lnTo>
                <a:lnTo>
                  <a:pt x="0" y="52527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021" b="-50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49104" y="6451372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1C2B30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1268" y="2752725"/>
            <a:ext cx="340183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Preprocessing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902857" cy="1010760"/>
            <a:chOff x="0" y="0"/>
            <a:chExt cx="13203809" cy="13476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347641"/>
            </a:xfrm>
            <a:custGeom>
              <a:avLst/>
              <a:gdLst/>
              <a:ahLst/>
              <a:cxnLst/>
              <a:rect l="l" t="t" r="r" b="b"/>
              <a:pathLst>
                <a:path w="13203810" h="1347641">
                  <a:moveTo>
                    <a:pt x="0" y="0"/>
                  </a:moveTo>
                  <a:lnTo>
                    <a:pt x="13203810" y="0"/>
                  </a:lnTo>
                  <a:lnTo>
                    <a:pt x="13203810" y="1347641"/>
                  </a:lnTo>
                  <a:lnTo>
                    <a:pt x="0" y="1347641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1172433"/>
            <a:ext cx="9719011" cy="4999767"/>
          </a:xfrm>
          <a:custGeom>
            <a:avLst/>
            <a:gdLst/>
            <a:ahLst/>
            <a:cxnLst/>
            <a:rect l="l" t="t" r="r" b="b"/>
            <a:pathLst>
              <a:path w="9719011" h="4999767">
                <a:moveTo>
                  <a:pt x="0" y="0"/>
                </a:moveTo>
                <a:lnTo>
                  <a:pt x="9719011" y="0"/>
                </a:lnTo>
                <a:lnTo>
                  <a:pt x="9719011" y="4999767"/>
                </a:lnTo>
                <a:lnTo>
                  <a:pt x="0" y="49997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615" b="-12057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55224" y="6321704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5224" y="316587"/>
            <a:ext cx="2474044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Preprocessing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902857" cy="1240640"/>
            <a:chOff x="0" y="0"/>
            <a:chExt cx="13203809" cy="16541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654139"/>
            </a:xfrm>
            <a:custGeom>
              <a:avLst/>
              <a:gdLst/>
              <a:ahLst/>
              <a:cxnLst/>
              <a:rect l="l" t="t" r="r" b="b"/>
              <a:pathLst>
                <a:path w="13203810" h="1654139">
                  <a:moveTo>
                    <a:pt x="0" y="0"/>
                  </a:moveTo>
                  <a:lnTo>
                    <a:pt x="13203810" y="0"/>
                  </a:lnTo>
                  <a:lnTo>
                    <a:pt x="13203810" y="1654139"/>
                  </a:lnTo>
                  <a:lnTo>
                    <a:pt x="0" y="1654139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88815" y="1324209"/>
            <a:ext cx="9509319" cy="4847991"/>
          </a:xfrm>
          <a:custGeom>
            <a:avLst/>
            <a:gdLst/>
            <a:ahLst/>
            <a:cxnLst/>
            <a:rect l="l" t="t" r="r" b="b"/>
            <a:pathLst>
              <a:path w="9509319" h="4847991">
                <a:moveTo>
                  <a:pt x="0" y="0"/>
                </a:moveTo>
                <a:lnTo>
                  <a:pt x="9509320" y="0"/>
                </a:lnTo>
                <a:lnTo>
                  <a:pt x="9509320" y="4847991"/>
                </a:lnTo>
                <a:lnTo>
                  <a:pt x="0" y="4847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57" t="-132022" r="-1357" b="-361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5224" y="316587"/>
            <a:ext cx="2474044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Preprocessing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1C2B30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3507" y="2823685"/>
            <a:ext cx="6910015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Exploratory Data Analysis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991029"/>
            <a:chOff x="0" y="0"/>
            <a:chExt cx="13203809" cy="13213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321372"/>
            </a:xfrm>
            <a:custGeom>
              <a:avLst/>
              <a:gdLst/>
              <a:ahLst/>
              <a:cxnLst/>
              <a:rect l="l" t="t" r="r" b="b"/>
              <a:pathLst>
                <a:path w="13203810" h="1321372">
                  <a:moveTo>
                    <a:pt x="0" y="0"/>
                  </a:moveTo>
                  <a:lnTo>
                    <a:pt x="13203810" y="0"/>
                  </a:lnTo>
                  <a:lnTo>
                    <a:pt x="13203810" y="1321372"/>
                  </a:lnTo>
                  <a:lnTo>
                    <a:pt x="0" y="1321372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016990" y="1020516"/>
            <a:ext cx="5410662" cy="4583021"/>
          </a:xfrm>
          <a:custGeom>
            <a:avLst/>
            <a:gdLst/>
            <a:ahLst/>
            <a:cxnLst/>
            <a:rect l="l" t="t" r="r" b="b"/>
            <a:pathLst>
              <a:path w="5410662" h="4583021">
                <a:moveTo>
                  <a:pt x="0" y="0"/>
                </a:moveTo>
                <a:lnTo>
                  <a:pt x="5410662" y="0"/>
                </a:lnTo>
                <a:lnTo>
                  <a:pt x="5410662" y="4583021"/>
                </a:lnTo>
                <a:lnTo>
                  <a:pt x="0" y="45830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3644" y="164601"/>
            <a:ext cx="806098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Target Distribution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0149" y="5726565"/>
            <a:ext cx="8871539" cy="600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988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The target is relatively </a:t>
            </a:r>
            <a:r>
              <a:rPr lang="en-US" sz="1988" b="1">
                <a:solidFill>
                  <a:srgbClr val="7F7F7F"/>
                </a:solidFill>
                <a:latin typeface="Cambria Bold"/>
                <a:ea typeface="Cambria Bold"/>
                <a:cs typeface="Cambria Bold"/>
                <a:sym typeface="Cambria Bold"/>
              </a:rPr>
              <a:t>balanced</a:t>
            </a:r>
            <a:r>
              <a:rPr lang="en-US" sz="1988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, with a slight difference between the two classes.</a:t>
            </a:r>
          </a:p>
          <a:p>
            <a:pPr algn="l">
              <a:lnSpc>
                <a:spcPts val="2383"/>
              </a:lnSpc>
            </a:pPr>
            <a:endParaRPr lang="en-US" sz="1988">
              <a:solidFill>
                <a:srgbClr val="7F7F7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914433"/>
            <a:chOff x="0" y="0"/>
            <a:chExt cx="13203809" cy="12192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219245"/>
            </a:xfrm>
            <a:custGeom>
              <a:avLst/>
              <a:gdLst/>
              <a:ahLst/>
              <a:cxnLst/>
              <a:rect l="l" t="t" r="r" b="b"/>
              <a:pathLst>
                <a:path w="13203810" h="1219245">
                  <a:moveTo>
                    <a:pt x="0" y="0"/>
                  </a:moveTo>
                  <a:lnTo>
                    <a:pt x="13203810" y="0"/>
                  </a:lnTo>
                  <a:lnTo>
                    <a:pt x="13203810" y="1219245"/>
                  </a:lnTo>
                  <a:lnTo>
                    <a:pt x="0" y="1219245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84823" y="1038258"/>
            <a:ext cx="5952842" cy="4345021"/>
          </a:xfrm>
          <a:custGeom>
            <a:avLst/>
            <a:gdLst/>
            <a:ahLst/>
            <a:cxnLst/>
            <a:rect l="l" t="t" r="r" b="b"/>
            <a:pathLst>
              <a:path w="5952842" h="4345021">
                <a:moveTo>
                  <a:pt x="0" y="0"/>
                </a:moveTo>
                <a:lnTo>
                  <a:pt x="5952841" y="0"/>
                </a:lnTo>
                <a:lnTo>
                  <a:pt x="5952841" y="4345021"/>
                </a:lnTo>
                <a:lnTo>
                  <a:pt x="0" y="43450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8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3644" y="164601"/>
            <a:ext cx="806098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Age Distribution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16990" y="5431198"/>
            <a:ext cx="6148485" cy="895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9210" lvl="1" indent="-214605" algn="l">
              <a:lnSpc>
                <a:spcPts val="2383"/>
              </a:lnSpc>
              <a:buFont typeface="Arial"/>
              <a:buChar char="•"/>
            </a:pPr>
            <a:r>
              <a:rPr lang="en-US" sz="1988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Age ranges from approximately 28 to 77 years.</a:t>
            </a:r>
          </a:p>
          <a:p>
            <a:pPr marL="429210" lvl="1" indent="-214605" algn="l">
              <a:lnSpc>
                <a:spcPts val="2383"/>
              </a:lnSpc>
              <a:buFont typeface="Arial"/>
              <a:buChar char="•"/>
            </a:pPr>
            <a:r>
              <a:rPr lang="en-US" sz="1988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Most patients are concentrated around 45–60 years.</a:t>
            </a:r>
          </a:p>
          <a:p>
            <a:pPr algn="l">
              <a:lnSpc>
                <a:spcPts val="2383"/>
              </a:lnSpc>
            </a:pPr>
            <a:endParaRPr lang="en-US" sz="1988">
              <a:solidFill>
                <a:srgbClr val="7F7F7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497466"/>
            <a:chOff x="0" y="0"/>
            <a:chExt cx="13203809" cy="19966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996621"/>
            </a:xfrm>
            <a:custGeom>
              <a:avLst/>
              <a:gdLst/>
              <a:ahLst/>
              <a:cxnLst/>
              <a:rect l="l" t="t" r="r" b="b"/>
              <a:pathLst>
                <a:path w="13203810" h="1996621">
                  <a:moveTo>
                    <a:pt x="0" y="0"/>
                  </a:moveTo>
                  <a:lnTo>
                    <a:pt x="13203810" y="0"/>
                  </a:lnTo>
                  <a:lnTo>
                    <a:pt x="13203810" y="1996621"/>
                  </a:lnTo>
                  <a:lnTo>
                    <a:pt x="0" y="1996621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2697" y="2420749"/>
            <a:ext cx="9886950" cy="2437971"/>
          </a:xfrm>
          <a:custGeom>
            <a:avLst/>
            <a:gdLst/>
            <a:ahLst/>
            <a:cxnLst/>
            <a:rect l="l" t="t" r="r" b="b"/>
            <a:pathLst>
              <a:path w="9886950" h="2437971">
                <a:moveTo>
                  <a:pt x="0" y="0"/>
                </a:moveTo>
                <a:lnTo>
                  <a:pt x="9886950" y="0"/>
                </a:lnTo>
                <a:lnTo>
                  <a:pt x="9886950" y="2437971"/>
                </a:lnTo>
                <a:lnTo>
                  <a:pt x="0" y="2437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9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6173" y="433387"/>
            <a:ext cx="806098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Numerical Features &amp; Outliers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6173" y="5449270"/>
            <a:ext cx="9454604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Outliers were not automatically removed because they may represent valid medical observations.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1816232"/>
            <a:ext cx="285593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There were detected outliers.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991029"/>
            <a:chOff x="0" y="0"/>
            <a:chExt cx="13203809" cy="13213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321372"/>
            </a:xfrm>
            <a:custGeom>
              <a:avLst/>
              <a:gdLst/>
              <a:ahLst/>
              <a:cxnLst/>
              <a:rect l="l" t="t" r="r" b="b"/>
              <a:pathLst>
                <a:path w="13203810" h="1321372">
                  <a:moveTo>
                    <a:pt x="0" y="0"/>
                  </a:moveTo>
                  <a:lnTo>
                    <a:pt x="13203810" y="0"/>
                  </a:lnTo>
                  <a:lnTo>
                    <a:pt x="13203810" y="1321372"/>
                  </a:lnTo>
                  <a:lnTo>
                    <a:pt x="0" y="1321372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113213" y="1274608"/>
            <a:ext cx="5364415" cy="4197285"/>
          </a:xfrm>
          <a:custGeom>
            <a:avLst/>
            <a:gdLst/>
            <a:ahLst/>
            <a:cxnLst/>
            <a:rect l="l" t="t" r="r" b="b"/>
            <a:pathLst>
              <a:path w="5364415" h="4197285">
                <a:moveTo>
                  <a:pt x="0" y="0"/>
                </a:moveTo>
                <a:lnTo>
                  <a:pt x="5364416" y="0"/>
                </a:lnTo>
                <a:lnTo>
                  <a:pt x="5364416" y="4197285"/>
                </a:lnTo>
                <a:lnTo>
                  <a:pt x="0" y="4197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3644" y="164601"/>
            <a:ext cx="806098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Age vs Heart Disease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7182" y="5552213"/>
            <a:ext cx="8672587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Patients with Heart Disease tend to be older  (55–65)</a:t>
            </a:r>
          </a:p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This suggests that Age is an important predictive feature.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991029"/>
            <a:chOff x="0" y="0"/>
            <a:chExt cx="13203809" cy="13213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321372"/>
            </a:xfrm>
            <a:custGeom>
              <a:avLst/>
              <a:gdLst/>
              <a:ahLst/>
              <a:cxnLst/>
              <a:rect l="l" t="t" r="r" b="b"/>
              <a:pathLst>
                <a:path w="13203810" h="1321372">
                  <a:moveTo>
                    <a:pt x="0" y="0"/>
                  </a:moveTo>
                  <a:lnTo>
                    <a:pt x="13203810" y="0"/>
                  </a:lnTo>
                  <a:lnTo>
                    <a:pt x="13203810" y="1321372"/>
                  </a:lnTo>
                  <a:lnTo>
                    <a:pt x="0" y="1321372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905412" y="1211208"/>
            <a:ext cx="5525074" cy="4182637"/>
          </a:xfrm>
          <a:custGeom>
            <a:avLst/>
            <a:gdLst/>
            <a:ahLst/>
            <a:cxnLst/>
            <a:rect l="l" t="t" r="r" b="b"/>
            <a:pathLst>
              <a:path w="5525074" h="4182637">
                <a:moveTo>
                  <a:pt x="0" y="0"/>
                </a:moveTo>
                <a:lnTo>
                  <a:pt x="5525075" y="0"/>
                </a:lnTo>
                <a:lnTo>
                  <a:pt x="5525075" y="4182636"/>
                </a:lnTo>
                <a:lnTo>
                  <a:pt x="0" y="418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3644" y="164601"/>
            <a:ext cx="806098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MaxHR vs Heart Disease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5584344"/>
            <a:ext cx="8672587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Patients with Heart Disease tend to have a lower MaxHR.</a:t>
            </a:r>
          </a:p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This indicates a potential relationship between MaxHR and Heart Disease.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991029"/>
            <a:chOff x="0" y="0"/>
            <a:chExt cx="13203809" cy="13213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321372"/>
            </a:xfrm>
            <a:custGeom>
              <a:avLst/>
              <a:gdLst/>
              <a:ahLst/>
              <a:cxnLst/>
              <a:rect l="l" t="t" r="r" b="b"/>
              <a:pathLst>
                <a:path w="13203810" h="1321372">
                  <a:moveTo>
                    <a:pt x="0" y="0"/>
                  </a:moveTo>
                  <a:lnTo>
                    <a:pt x="13203810" y="0"/>
                  </a:lnTo>
                  <a:lnTo>
                    <a:pt x="13203810" y="1321372"/>
                  </a:lnTo>
                  <a:lnTo>
                    <a:pt x="0" y="1321372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19481" y="1155015"/>
            <a:ext cx="6847988" cy="4412672"/>
          </a:xfrm>
          <a:custGeom>
            <a:avLst/>
            <a:gdLst/>
            <a:ahLst/>
            <a:cxnLst/>
            <a:rect l="l" t="t" r="r" b="b"/>
            <a:pathLst>
              <a:path w="6847988" h="4412672">
                <a:moveTo>
                  <a:pt x="0" y="0"/>
                </a:moveTo>
                <a:lnTo>
                  <a:pt x="6847988" y="0"/>
                </a:lnTo>
                <a:lnTo>
                  <a:pt x="6847988" y="4412672"/>
                </a:lnTo>
                <a:lnTo>
                  <a:pt x="0" y="4412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3644" y="164601"/>
            <a:ext cx="806098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Chest Pain Type vs Heart Disease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9220" y="5739137"/>
            <a:ext cx="867258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Asymptomatic (ASY) is strongly associated with Heart Disease in this dataset.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991029"/>
            <a:chOff x="0" y="0"/>
            <a:chExt cx="13203809" cy="13213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321372"/>
            </a:xfrm>
            <a:custGeom>
              <a:avLst/>
              <a:gdLst/>
              <a:ahLst/>
              <a:cxnLst/>
              <a:rect l="l" t="t" r="r" b="b"/>
              <a:pathLst>
                <a:path w="13203810" h="1321372">
                  <a:moveTo>
                    <a:pt x="0" y="0"/>
                  </a:moveTo>
                  <a:lnTo>
                    <a:pt x="13203810" y="0"/>
                  </a:lnTo>
                  <a:lnTo>
                    <a:pt x="13203810" y="1321372"/>
                  </a:lnTo>
                  <a:lnTo>
                    <a:pt x="0" y="1321372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92283" y="1090162"/>
            <a:ext cx="6892897" cy="4677676"/>
          </a:xfrm>
          <a:custGeom>
            <a:avLst/>
            <a:gdLst/>
            <a:ahLst/>
            <a:cxnLst/>
            <a:rect l="l" t="t" r="r" b="b"/>
            <a:pathLst>
              <a:path w="6892897" h="4677676">
                <a:moveTo>
                  <a:pt x="0" y="0"/>
                </a:moveTo>
                <a:lnTo>
                  <a:pt x="6892897" y="0"/>
                </a:lnTo>
                <a:lnTo>
                  <a:pt x="6892897" y="4677676"/>
                </a:lnTo>
                <a:lnTo>
                  <a:pt x="0" y="46776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3644" y="164601"/>
            <a:ext cx="806098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Exercise Angina vs Heart Disease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7378" y="5818913"/>
            <a:ext cx="867258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Patients with Exercise Angina = Yes have a higher heart disease rate.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991029"/>
            <a:chOff x="0" y="0"/>
            <a:chExt cx="13203809" cy="13213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321372"/>
            </a:xfrm>
            <a:custGeom>
              <a:avLst/>
              <a:gdLst/>
              <a:ahLst/>
              <a:cxnLst/>
              <a:rect l="l" t="t" r="r" b="b"/>
              <a:pathLst>
                <a:path w="13203810" h="1321372">
                  <a:moveTo>
                    <a:pt x="0" y="0"/>
                  </a:moveTo>
                  <a:lnTo>
                    <a:pt x="13203810" y="0"/>
                  </a:lnTo>
                  <a:lnTo>
                    <a:pt x="13203810" y="1321372"/>
                  </a:lnTo>
                  <a:lnTo>
                    <a:pt x="0" y="1321372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95233" y="1089505"/>
            <a:ext cx="6886997" cy="4678990"/>
          </a:xfrm>
          <a:custGeom>
            <a:avLst/>
            <a:gdLst/>
            <a:ahLst/>
            <a:cxnLst/>
            <a:rect l="l" t="t" r="r" b="b"/>
            <a:pathLst>
              <a:path w="6886997" h="4678990">
                <a:moveTo>
                  <a:pt x="0" y="0"/>
                </a:moveTo>
                <a:lnTo>
                  <a:pt x="6886997" y="0"/>
                </a:lnTo>
                <a:lnTo>
                  <a:pt x="6886997" y="4678990"/>
                </a:lnTo>
                <a:lnTo>
                  <a:pt x="0" y="4678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3644" y="155076"/>
            <a:ext cx="8191536" cy="1006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325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 Slope vs Heart Disease</a:t>
            </a:r>
          </a:p>
          <a:p>
            <a:pPr algn="l">
              <a:lnSpc>
                <a:spcPts val="3902"/>
              </a:lnSpc>
            </a:pPr>
            <a:endParaRPr lang="en-US" sz="3251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83431" y="5818913"/>
            <a:ext cx="867258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Flat is strongly associated with Heart Disease in this dataset.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991029"/>
            <a:chOff x="0" y="0"/>
            <a:chExt cx="13203809" cy="13213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321372"/>
            </a:xfrm>
            <a:custGeom>
              <a:avLst/>
              <a:gdLst/>
              <a:ahLst/>
              <a:cxnLst/>
              <a:rect l="l" t="t" r="r" b="b"/>
              <a:pathLst>
                <a:path w="13203810" h="1321372">
                  <a:moveTo>
                    <a:pt x="0" y="0"/>
                  </a:moveTo>
                  <a:lnTo>
                    <a:pt x="13203810" y="0"/>
                  </a:lnTo>
                  <a:lnTo>
                    <a:pt x="13203810" y="1321372"/>
                  </a:lnTo>
                  <a:lnTo>
                    <a:pt x="0" y="1321372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179630" y="1265540"/>
            <a:ext cx="5507109" cy="4659862"/>
          </a:xfrm>
          <a:custGeom>
            <a:avLst/>
            <a:gdLst/>
            <a:ahLst/>
            <a:cxnLst/>
            <a:rect l="l" t="t" r="r" b="b"/>
            <a:pathLst>
              <a:path w="5507109" h="4659862">
                <a:moveTo>
                  <a:pt x="0" y="0"/>
                </a:moveTo>
                <a:lnTo>
                  <a:pt x="5507110" y="0"/>
                </a:lnTo>
                <a:lnTo>
                  <a:pt x="5507110" y="4659862"/>
                </a:lnTo>
                <a:lnTo>
                  <a:pt x="0" y="4659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3644" y="155076"/>
            <a:ext cx="8191536" cy="512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325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Correlation HeatMap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3644" y="1185646"/>
            <a:ext cx="4095768" cy="454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17" lvl="1" indent="-194308" algn="l">
              <a:lnSpc>
                <a:spcPts val="2159"/>
              </a:lnSpc>
              <a:buFont typeface="Arial"/>
              <a:buChar char="•"/>
            </a:pPr>
            <a:r>
              <a:rPr lang="en-US" sz="17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Oldpeak: moderate positive correlation with Heart Disease → 0.40</a:t>
            </a:r>
          </a:p>
          <a:p>
            <a:pPr algn="l">
              <a:lnSpc>
                <a:spcPts val="2159"/>
              </a:lnSpc>
            </a:pPr>
            <a:endParaRPr lang="en-US" sz="1799">
              <a:solidFill>
                <a:srgbClr val="7F7F7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88617" lvl="1" indent="-194308" algn="l">
              <a:lnSpc>
                <a:spcPts val="2159"/>
              </a:lnSpc>
              <a:buFont typeface="Arial"/>
              <a:buChar char="•"/>
            </a:pPr>
            <a:r>
              <a:rPr lang="en-US" sz="17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MaxHR: moderate negative correlation → −0.40</a:t>
            </a:r>
          </a:p>
          <a:p>
            <a:pPr algn="l">
              <a:lnSpc>
                <a:spcPts val="2159"/>
              </a:lnSpc>
            </a:pPr>
            <a:endParaRPr lang="en-US" sz="1799">
              <a:solidFill>
                <a:srgbClr val="7F7F7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88617" lvl="1" indent="-194308" algn="l">
              <a:lnSpc>
                <a:spcPts val="2159"/>
              </a:lnSpc>
              <a:buFont typeface="Arial"/>
              <a:buChar char="•"/>
            </a:pPr>
            <a:r>
              <a:rPr lang="en-US" sz="17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Age: weak–moderate positive correlation → 0.28</a:t>
            </a:r>
          </a:p>
          <a:p>
            <a:pPr algn="l">
              <a:lnSpc>
                <a:spcPts val="2159"/>
              </a:lnSpc>
            </a:pPr>
            <a:endParaRPr lang="en-US" sz="1799">
              <a:solidFill>
                <a:srgbClr val="7F7F7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88617" lvl="1" indent="-194308" algn="l">
              <a:lnSpc>
                <a:spcPts val="2159"/>
              </a:lnSpc>
              <a:buFont typeface="Arial"/>
              <a:buChar char="•"/>
            </a:pPr>
            <a:r>
              <a:rPr lang="en-US" sz="17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FastingBS: weak–moderate positive correlation → 0.27</a:t>
            </a:r>
          </a:p>
          <a:p>
            <a:pPr algn="l">
              <a:lnSpc>
                <a:spcPts val="2159"/>
              </a:lnSpc>
            </a:pPr>
            <a:endParaRPr lang="en-US" sz="1799">
              <a:solidFill>
                <a:srgbClr val="7F7F7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88617" lvl="1" indent="-194308" algn="l">
              <a:lnSpc>
                <a:spcPts val="2159"/>
              </a:lnSpc>
              <a:buFont typeface="Arial"/>
              <a:buChar char="•"/>
            </a:pPr>
            <a:r>
              <a:rPr lang="en-US" sz="17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Cholesterol: weak negative correlation → −0.23</a:t>
            </a:r>
          </a:p>
          <a:p>
            <a:pPr algn="l">
              <a:lnSpc>
                <a:spcPts val="2159"/>
              </a:lnSpc>
            </a:pPr>
            <a:endParaRPr lang="en-US" sz="1799">
              <a:solidFill>
                <a:srgbClr val="7F7F7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88617" lvl="1" indent="-194308" algn="l">
              <a:lnSpc>
                <a:spcPts val="2159"/>
              </a:lnSpc>
              <a:buFont typeface="Arial"/>
              <a:buChar char="•"/>
            </a:pPr>
            <a:r>
              <a:rPr lang="en-US" sz="17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RestingBP: very weak positive correlation → 0.11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991029"/>
            <a:chOff x="0" y="0"/>
            <a:chExt cx="13203809" cy="13213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321372"/>
            </a:xfrm>
            <a:custGeom>
              <a:avLst/>
              <a:gdLst/>
              <a:ahLst/>
              <a:cxnLst/>
              <a:rect l="l" t="t" r="r" b="b"/>
              <a:pathLst>
                <a:path w="13203810" h="1321372">
                  <a:moveTo>
                    <a:pt x="0" y="0"/>
                  </a:moveTo>
                  <a:lnTo>
                    <a:pt x="13203810" y="0"/>
                  </a:lnTo>
                  <a:lnTo>
                    <a:pt x="13203810" y="1321372"/>
                  </a:lnTo>
                  <a:lnTo>
                    <a:pt x="0" y="1321372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55812" y="1088660"/>
            <a:ext cx="7001474" cy="4322339"/>
          </a:xfrm>
          <a:custGeom>
            <a:avLst/>
            <a:gdLst/>
            <a:ahLst/>
            <a:cxnLst/>
            <a:rect l="l" t="t" r="r" b="b"/>
            <a:pathLst>
              <a:path w="7001474" h="4322339">
                <a:moveTo>
                  <a:pt x="0" y="0"/>
                </a:moveTo>
                <a:lnTo>
                  <a:pt x="7001474" y="0"/>
                </a:lnTo>
                <a:lnTo>
                  <a:pt x="7001474" y="4322338"/>
                </a:lnTo>
                <a:lnTo>
                  <a:pt x="0" y="4322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750" y="173108"/>
            <a:ext cx="8191536" cy="512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325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Top 5 Correlation with heart disease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0149" y="5552213"/>
            <a:ext cx="8672587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ST_Slope and ExerciseAngina show the strongest relationships with HeartDisease, highlighting their importance as predictive features.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2562373"/>
            <a:ext cx="7415212" cy="1221254"/>
            <a:chOff x="0" y="0"/>
            <a:chExt cx="18288000" cy="30119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3011955"/>
            </a:xfrm>
            <a:custGeom>
              <a:avLst/>
              <a:gdLst/>
              <a:ahLst/>
              <a:cxnLst/>
              <a:rect l="l" t="t" r="r" b="b"/>
              <a:pathLst>
                <a:path w="18288000" h="3011955">
                  <a:moveTo>
                    <a:pt x="0" y="0"/>
                  </a:moveTo>
                  <a:lnTo>
                    <a:pt x="18288000" y="0"/>
                  </a:lnTo>
                  <a:lnTo>
                    <a:pt x="18288000" y="3011955"/>
                  </a:lnTo>
                  <a:lnTo>
                    <a:pt x="0" y="30119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950" b="-4866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8288000" cy="3107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12"/>
                </a:lnSpc>
              </a:pPr>
              <a:r>
                <a:rPr lang="en-US" sz="484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70761" y="5853774"/>
            <a:ext cx="4449128" cy="222456"/>
            <a:chOff x="0" y="0"/>
            <a:chExt cx="10972800" cy="5486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21"/>
                </a:lnSpc>
              </a:pPr>
              <a:r>
                <a:rPr lang="en-US" sz="85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Samsung Innovation Campus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081"/>
            <a:ext cx="9880353" cy="978179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3" name="Text 1"/>
          <p:cNvSpPr txBox="1"/>
          <p:nvPr/>
        </p:nvSpPr>
        <p:spPr>
          <a:xfrm>
            <a:off x="407575" y="650081"/>
            <a:ext cx="8522018" cy="978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</a:t>
            </a:r>
            <a:endParaRPr lang="en-US" sz="2269" dirty="0"/>
          </a:p>
        </p:txBody>
      </p:sp>
      <p:sp>
        <p:nvSpPr>
          <p:cNvPr id="4" name="Text 2"/>
          <p:cNvSpPr txBox="1"/>
          <p:nvPr/>
        </p:nvSpPr>
        <p:spPr>
          <a:xfrm>
            <a:off x="370523" y="5852217"/>
            <a:ext cx="4446270" cy="222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1" dirty="0"/>
          </a:p>
        </p:txBody>
      </p:sp>
      <p:sp>
        <p:nvSpPr>
          <p:cNvPr id="5" name="Text 3"/>
          <p:cNvSpPr txBox="1"/>
          <p:nvPr/>
        </p:nvSpPr>
        <p:spPr>
          <a:xfrm>
            <a:off x="407575" y="1798701"/>
            <a:ext cx="9040749" cy="370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94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tree learns simple if/else rules on feature values; a random forest averages many such trees to reduce overfitting.</a:t>
            </a:r>
            <a:endParaRPr lang="en-US" sz="1094" dirty="0"/>
          </a:p>
        </p:txBody>
      </p:sp>
      <p:sp>
        <p:nvSpPr>
          <p:cNvPr id="6" name="Shape 4"/>
          <p:cNvSpPr/>
          <p:nvPr/>
        </p:nvSpPr>
        <p:spPr>
          <a:xfrm>
            <a:off x="407575" y="2391537"/>
            <a:ext cx="4335113" cy="3112389"/>
          </a:xfrm>
          <a:prstGeom prst="roundRect">
            <a:avLst>
              <a:gd name="adj" fmla="val 1905"/>
            </a:avLst>
          </a:prstGeom>
          <a:solidFill>
            <a:srgbClr val="E8ECF9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7" name="Shape 5"/>
          <p:cNvSpPr/>
          <p:nvPr/>
        </p:nvSpPr>
        <p:spPr>
          <a:xfrm>
            <a:off x="666941" y="2650903"/>
            <a:ext cx="629888" cy="629888"/>
          </a:xfrm>
          <a:prstGeom prst="ellipse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8" name="Text 6"/>
          <p:cNvSpPr txBox="1"/>
          <p:nvPr/>
        </p:nvSpPr>
        <p:spPr>
          <a:xfrm>
            <a:off x="666941" y="2650903"/>
            <a:ext cx="629888" cy="62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9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297" dirty="0"/>
          </a:p>
        </p:txBody>
      </p:sp>
      <p:sp>
        <p:nvSpPr>
          <p:cNvPr id="9" name="Text 7"/>
          <p:cNvSpPr txBox="1"/>
          <p:nvPr/>
        </p:nvSpPr>
        <p:spPr>
          <a:xfrm>
            <a:off x="1445038" y="2702776"/>
            <a:ext cx="3075337" cy="51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21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621" dirty="0"/>
          </a:p>
        </p:txBody>
      </p:sp>
      <p:sp>
        <p:nvSpPr>
          <p:cNvPr id="10" name="Text 8"/>
          <p:cNvSpPr txBox="1"/>
          <p:nvPr/>
        </p:nvSpPr>
        <p:spPr>
          <a:xfrm>
            <a:off x="666940" y="3503105"/>
            <a:ext cx="3816382" cy="85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175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splits the data on the feature/threshold that best separates the classes, forming a tree of if/else rules down to a prediction.</a:t>
            </a:r>
          </a:p>
          <a:p>
            <a:pPr>
              <a:lnSpc>
                <a:spcPct val="125000"/>
              </a:lnSpc>
            </a:pPr>
            <a:endParaRPr lang="en-US" sz="1175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02054" y="2391537"/>
            <a:ext cx="4335113" cy="3112389"/>
          </a:xfrm>
          <a:prstGeom prst="roundRect">
            <a:avLst>
              <a:gd name="adj" fmla="val 1905"/>
            </a:avLst>
          </a:prstGeom>
          <a:solidFill>
            <a:srgbClr val="E8ECF9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12" name="Shape 10"/>
          <p:cNvSpPr/>
          <p:nvPr/>
        </p:nvSpPr>
        <p:spPr>
          <a:xfrm>
            <a:off x="5261420" y="2650903"/>
            <a:ext cx="629888" cy="629888"/>
          </a:xfrm>
          <a:prstGeom prst="ellipse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13" name="Text 11"/>
          <p:cNvSpPr txBox="1"/>
          <p:nvPr/>
        </p:nvSpPr>
        <p:spPr>
          <a:xfrm>
            <a:off x="5261420" y="2650903"/>
            <a:ext cx="629888" cy="62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9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297" dirty="0"/>
          </a:p>
        </p:txBody>
      </p:sp>
      <p:sp>
        <p:nvSpPr>
          <p:cNvPr id="14" name="Text 12"/>
          <p:cNvSpPr txBox="1"/>
          <p:nvPr/>
        </p:nvSpPr>
        <p:spPr>
          <a:xfrm>
            <a:off x="6039517" y="2702776"/>
            <a:ext cx="3075337" cy="51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21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21" dirty="0"/>
          </a:p>
        </p:txBody>
      </p:sp>
      <p:sp>
        <p:nvSpPr>
          <p:cNvPr id="15" name="Text 13"/>
          <p:cNvSpPr txBox="1"/>
          <p:nvPr/>
        </p:nvSpPr>
        <p:spPr>
          <a:xfrm>
            <a:off x="5261419" y="3503104"/>
            <a:ext cx="3816382" cy="174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175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many decision trees on random subsets of the data and features, then combines their votes — an ensemble that lowers variance versus a single tree.</a:t>
            </a:r>
            <a:endParaRPr lang="en-US" sz="1175" dirty="0"/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94D63448-FD6A-5EB9-F850-3B8E6872CB14}"/>
              </a:ext>
            </a:extLst>
          </p:cNvPr>
          <p:cNvGraphicFramePr/>
          <p:nvPr/>
        </p:nvGraphicFramePr>
        <p:xfrm>
          <a:off x="1067332" y="4384041"/>
          <a:ext cx="3015599" cy="859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9323EF60-DDA9-04CB-C3BC-EF34CCD12CCA}"/>
              </a:ext>
            </a:extLst>
          </p:cNvPr>
          <p:cNvGraphicFramePr/>
          <p:nvPr/>
        </p:nvGraphicFramePr>
        <p:xfrm>
          <a:off x="5661811" y="4354065"/>
          <a:ext cx="3015599" cy="859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081"/>
            <a:ext cx="9880353" cy="978179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3" name="Text 1"/>
          <p:cNvSpPr txBox="1"/>
          <p:nvPr/>
        </p:nvSpPr>
        <p:spPr>
          <a:xfrm>
            <a:off x="407575" y="650081"/>
            <a:ext cx="8522018" cy="978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Models</a:t>
            </a:r>
            <a:endParaRPr lang="en-US" sz="2269" dirty="0"/>
          </a:p>
        </p:txBody>
      </p:sp>
      <p:sp>
        <p:nvSpPr>
          <p:cNvPr id="4" name="Text 2"/>
          <p:cNvSpPr txBox="1"/>
          <p:nvPr/>
        </p:nvSpPr>
        <p:spPr>
          <a:xfrm>
            <a:off x="370523" y="5852217"/>
            <a:ext cx="4446270" cy="222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1" dirty="0"/>
          </a:p>
        </p:txBody>
      </p:sp>
      <p:sp>
        <p:nvSpPr>
          <p:cNvPr id="5" name="Text 3"/>
          <p:cNvSpPr txBox="1"/>
          <p:nvPr/>
        </p:nvSpPr>
        <p:spPr>
          <a:xfrm>
            <a:off x="407575" y="1798701"/>
            <a:ext cx="9040749" cy="370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94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builds trees sequentially, where each new tree focuses on correcting the errors left by the ones before it.</a:t>
            </a:r>
            <a:endParaRPr lang="en-US" sz="1094" dirty="0"/>
          </a:p>
        </p:txBody>
      </p:sp>
      <p:sp>
        <p:nvSpPr>
          <p:cNvPr id="6" name="Shape 4"/>
          <p:cNvSpPr/>
          <p:nvPr/>
        </p:nvSpPr>
        <p:spPr>
          <a:xfrm>
            <a:off x="407575" y="2391537"/>
            <a:ext cx="4335113" cy="3112389"/>
          </a:xfrm>
          <a:prstGeom prst="roundRect">
            <a:avLst>
              <a:gd name="adj" fmla="val 1905"/>
            </a:avLst>
          </a:prstGeom>
          <a:solidFill>
            <a:srgbClr val="E8ECF9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7" name="Shape 5"/>
          <p:cNvSpPr/>
          <p:nvPr/>
        </p:nvSpPr>
        <p:spPr>
          <a:xfrm>
            <a:off x="666941" y="2650903"/>
            <a:ext cx="629888" cy="629888"/>
          </a:xfrm>
          <a:prstGeom prst="ellipse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8" name="Text 6"/>
          <p:cNvSpPr txBox="1"/>
          <p:nvPr/>
        </p:nvSpPr>
        <p:spPr>
          <a:xfrm>
            <a:off x="666941" y="2650903"/>
            <a:ext cx="629888" cy="62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</a:t>
            </a:r>
            <a:endParaRPr lang="en-US" sz="1135" dirty="0"/>
          </a:p>
        </p:txBody>
      </p:sp>
      <p:sp>
        <p:nvSpPr>
          <p:cNvPr id="9" name="Text 7"/>
          <p:cNvSpPr txBox="1"/>
          <p:nvPr/>
        </p:nvSpPr>
        <p:spPr>
          <a:xfrm>
            <a:off x="1445038" y="2702776"/>
            <a:ext cx="3075337" cy="51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21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621" dirty="0"/>
          </a:p>
        </p:txBody>
      </p:sp>
      <p:sp>
        <p:nvSpPr>
          <p:cNvPr id="10" name="Text 8"/>
          <p:cNvSpPr txBox="1"/>
          <p:nvPr/>
        </p:nvSpPr>
        <p:spPr>
          <a:xfrm>
            <a:off x="666940" y="3503104"/>
            <a:ext cx="3816382" cy="174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175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shallow trees one at a time, each trained to predict the residual errors of the current ensemble, gradually reducing the loss.</a:t>
            </a:r>
            <a:endParaRPr lang="en-US" sz="1175" dirty="0"/>
          </a:p>
        </p:txBody>
      </p:sp>
      <p:sp>
        <p:nvSpPr>
          <p:cNvPr id="11" name="Shape 9"/>
          <p:cNvSpPr/>
          <p:nvPr/>
        </p:nvSpPr>
        <p:spPr>
          <a:xfrm>
            <a:off x="5002054" y="2391537"/>
            <a:ext cx="4335113" cy="3112389"/>
          </a:xfrm>
          <a:prstGeom prst="roundRect">
            <a:avLst>
              <a:gd name="adj" fmla="val 1905"/>
            </a:avLst>
          </a:prstGeom>
          <a:solidFill>
            <a:srgbClr val="E8ECF9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12" name="Shape 10"/>
          <p:cNvSpPr/>
          <p:nvPr/>
        </p:nvSpPr>
        <p:spPr>
          <a:xfrm>
            <a:off x="5261420" y="2650903"/>
            <a:ext cx="629888" cy="629888"/>
          </a:xfrm>
          <a:prstGeom prst="ellipse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13" name="Text 11"/>
          <p:cNvSpPr txBox="1"/>
          <p:nvPr/>
        </p:nvSpPr>
        <p:spPr>
          <a:xfrm>
            <a:off x="5261420" y="2650903"/>
            <a:ext cx="629888" cy="62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</a:t>
            </a:r>
            <a:endParaRPr lang="en-US" sz="1135" dirty="0"/>
          </a:p>
        </p:txBody>
      </p:sp>
      <p:sp>
        <p:nvSpPr>
          <p:cNvPr id="14" name="Text 12"/>
          <p:cNvSpPr txBox="1"/>
          <p:nvPr/>
        </p:nvSpPr>
        <p:spPr>
          <a:xfrm>
            <a:off x="6039517" y="2702776"/>
            <a:ext cx="3075337" cy="51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21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621" dirty="0"/>
          </a:p>
        </p:txBody>
      </p:sp>
      <p:sp>
        <p:nvSpPr>
          <p:cNvPr id="15" name="Text 13"/>
          <p:cNvSpPr txBox="1"/>
          <p:nvPr/>
        </p:nvSpPr>
        <p:spPr>
          <a:xfrm>
            <a:off x="5261419" y="3503104"/>
            <a:ext cx="3816382" cy="174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175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regularized, optimized implementation of gradient boosting that adds trees to minimize a loss function while penalizing complexity to control overfitting.</a:t>
            </a:r>
            <a:endParaRPr lang="en-US" sz="1175" dirty="0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94D63448-FD6A-5EB9-F850-3B8E6872CB14}"/>
              </a:ext>
            </a:extLst>
          </p:cNvPr>
          <p:cNvGraphicFramePr/>
          <p:nvPr/>
        </p:nvGraphicFramePr>
        <p:xfrm>
          <a:off x="1067332" y="4269482"/>
          <a:ext cx="3015599" cy="859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94D63448-FD6A-5EB9-F850-3B8E6872CB14}"/>
              </a:ext>
            </a:extLst>
          </p:cNvPr>
          <p:cNvGraphicFramePr/>
          <p:nvPr/>
        </p:nvGraphicFramePr>
        <p:xfrm>
          <a:off x="5661811" y="4270966"/>
          <a:ext cx="3015599" cy="859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081"/>
            <a:ext cx="9880353" cy="978179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3" name="Text 1"/>
          <p:cNvSpPr txBox="1"/>
          <p:nvPr/>
        </p:nvSpPr>
        <p:spPr>
          <a:xfrm>
            <a:off x="407575" y="650081"/>
            <a:ext cx="8522018" cy="978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Kernel &amp; Instance-Based Models</a:t>
            </a:r>
            <a:endParaRPr lang="en-US" sz="2269" dirty="0"/>
          </a:p>
        </p:txBody>
      </p:sp>
      <p:sp>
        <p:nvSpPr>
          <p:cNvPr id="4" name="Text 2"/>
          <p:cNvSpPr txBox="1"/>
          <p:nvPr/>
        </p:nvSpPr>
        <p:spPr>
          <a:xfrm>
            <a:off x="370523" y="5852217"/>
            <a:ext cx="4446270" cy="222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1" dirty="0"/>
          </a:p>
        </p:txBody>
      </p:sp>
      <p:sp>
        <p:nvSpPr>
          <p:cNvPr id="5" name="Text 3"/>
          <p:cNvSpPr txBox="1"/>
          <p:nvPr/>
        </p:nvSpPr>
        <p:spPr>
          <a:xfrm>
            <a:off x="407575" y="1798701"/>
            <a:ext cx="9040749" cy="370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94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strategies for drawing a decision boundary: a linear equation, a kernel-projected margin, and a vote among nearby points.</a:t>
            </a:r>
            <a:endParaRPr lang="en-US" sz="1094" dirty="0"/>
          </a:p>
        </p:txBody>
      </p:sp>
      <p:sp>
        <p:nvSpPr>
          <p:cNvPr id="6" name="Shape 4"/>
          <p:cNvSpPr/>
          <p:nvPr/>
        </p:nvSpPr>
        <p:spPr>
          <a:xfrm>
            <a:off x="407575" y="2391537"/>
            <a:ext cx="2867844" cy="3112389"/>
          </a:xfrm>
          <a:prstGeom prst="roundRect">
            <a:avLst>
              <a:gd name="adj" fmla="val 2067"/>
            </a:avLst>
          </a:prstGeom>
          <a:solidFill>
            <a:srgbClr val="E8ECF9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7" name="Shape 5"/>
          <p:cNvSpPr/>
          <p:nvPr/>
        </p:nvSpPr>
        <p:spPr>
          <a:xfrm>
            <a:off x="629888" y="2613850"/>
            <a:ext cx="555784" cy="555784"/>
          </a:xfrm>
          <a:prstGeom prst="ellipse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8" name="Text 6"/>
          <p:cNvSpPr txBox="1"/>
          <p:nvPr/>
        </p:nvSpPr>
        <p:spPr>
          <a:xfrm>
            <a:off x="629888" y="2613850"/>
            <a:ext cx="555784" cy="555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972" dirty="0"/>
          </a:p>
        </p:txBody>
      </p:sp>
      <p:sp>
        <p:nvSpPr>
          <p:cNvPr id="9" name="Text 7"/>
          <p:cNvSpPr txBox="1"/>
          <p:nvPr/>
        </p:nvSpPr>
        <p:spPr>
          <a:xfrm>
            <a:off x="629888" y="3280791"/>
            <a:ext cx="2423217" cy="55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78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78" dirty="0"/>
          </a:p>
        </p:txBody>
      </p:sp>
      <p:sp>
        <p:nvSpPr>
          <p:cNvPr id="10" name="Text 8"/>
          <p:cNvSpPr txBox="1"/>
          <p:nvPr/>
        </p:nvSpPr>
        <p:spPr>
          <a:xfrm>
            <a:off x="629888" y="3836575"/>
            <a:ext cx="2423217" cy="1445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054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linear combination of the features to model the log-odds of heart disease, converting it to a probability via the sigmoid function.</a:t>
            </a:r>
            <a:endParaRPr lang="en-US" sz="1054" dirty="0"/>
          </a:p>
        </p:txBody>
      </p:sp>
      <p:sp>
        <p:nvSpPr>
          <p:cNvPr id="11" name="Shape 9"/>
          <p:cNvSpPr/>
          <p:nvPr/>
        </p:nvSpPr>
        <p:spPr>
          <a:xfrm>
            <a:off x="3475501" y="2391537"/>
            <a:ext cx="2867844" cy="3112389"/>
          </a:xfrm>
          <a:prstGeom prst="roundRect">
            <a:avLst>
              <a:gd name="adj" fmla="val 2067"/>
            </a:avLst>
          </a:prstGeom>
          <a:solidFill>
            <a:srgbClr val="E8ECF9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12" name="Shape 10"/>
          <p:cNvSpPr/>
          <p:nvPr/>
        </p:nvSpPr>
        <p:spPr>
          <a:xfrm>
            <a:off x="3697814" y="2613850"/>
            <a:ext cx="555784" cy="555784"/>
          </a:xfrm>
          <a:prstGeom prst="ellipse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13" name="Text 11"/>
          <p:cNvSpPr txBox="1"/>
          <p:nvPr/>
        </p:nvSpPr>
        <p:spPr>
          <a:xfrm>
            <a:off x="3697814" y="2613850"/>
            <a:ext cx="555784" cy="555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972" dirty="0"/>
          </a:p>
        </p:txBody>
      </p:sp>
      <p:sp>
        <p:nvSpPr>
          <p:cNvPr id="14" name="Text 12"/>
          <p:cNvSpPr txBox="1"/>
          <p:nvPr/>
        </p:nvSpPr>
        <p:spPr>
          <a:xfrm>
            <a:off x="3697815" y="3280791"/>
            <a:ext cx="2423217" cy="55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78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 Kernel)</a:t>
            </a:r>
            <a:endParaRPr lang="en-US" sz="1378" dirty="0"/>
          </a:p>
        </p:txBody>
      </p:sp>
      <p:sp>
        <p:nvSpPr>
          <p:cNvPr id="15" name="Text 13"/>
          <p:cNvSpPr txBox="1"/>
          <p:nvPr/>
        </p:nvSpPr>
        <p:spPr>
          <a:xfrm>
            <a:off x="3697815" y="3836575"/>
            <a:ext cx="2423217" cy="1445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054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boundary with the widest margin between classes; the RBF kernel projects features into a higher dimension to separate non-linear patterns.</a:t>
            </a:r>
            <a:endParaRPr lang="en-US" sz="1054" dirty="0"/>
          </a:p>
        </p:txBody>
      </p:sp>
      <p:sp>
        <p:nvSpPr>
          <p:cNvPr id="16" name="Shape 14"/>
          <p:cNvSpPr/>
          <p:nvPr/>
        </p:nvSpPr>
        <p:spPr>
          <a:xfrm>
            <a:off x="6543427" y="2391537"/>
            <a:ext cx="2867844" cy="3112389"/>
          </a:xfrm>
          <a:prstGeom prst="roundRect">
            <a:avLst>
              <a:gd name="adj" fmla="val 2067"/>
            </a:avLst>
          </a:prstGeom>
          <a:solidFill>
            <a:srgbClr val="E8ECF9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17" name="Shape 15"/>
          <p:cNvSpPr/>
          <p:nvPr/>
        </p:nvSpPr>
        <p:spPr>
          <a:xfrm>
            <a:off x="6765741" y="2613850"/>
            <a:ext cx="555784" cy="555784"/>
          </a:xfrm>
          <a:prstGeom prst="ellipse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18" name="Text 16"/>
          <p:cNvSpPr txBox="1"/>
          <p:nvPr/>
        </p:nvSpPr>
        <p:spPr>
          <a:xfrm>
            <a:off x="6765741" y="2613850"/>
            <a:ext cx="555784" cy="555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972" dirty="0"/>
          </a:p>
        </p:txBody>
      </p:sp>
      <p:sp>
        <p:nvSpPr>
          <p:cNvPr id="19" name="Text 17"/>
          <p:cNvSpPr txBox="1"/>
          <p:nvPr/>
        </p:nvSpPr>
        <p:spPr>
          <a:xfrm>
            <a:off x="6765741" y="3280791"/>
            <a:ext cx="2423217" cy="55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78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378" dirty="0"/>
          </a:p>
        </p:txBody>
      </p:sp>
      <p:sp>
        <p:nvSpPr>
          <p:cNvPr id="20" name="Text 18"/>
          <p:cNvSpPr txBox="1"/>
          <p:nvPr/>
        </p:nvSpPr>
        <p:spPr>
          <a:xfrm>
            <a:off x="6765741" y="3836575"/>
            <a:ext cx="2423217" cy="1445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054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a patient by majority vote among the K most similar patients in the training set, based on distance in feature space.</a:t>
            </a:r>
            <a:endParaRPr lang="en-US" sz="1054" dirty="0"/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94D63448-FD6A-5EB9-F850-3B8E6872CB14}"/>
              </a:ext>
            </a:extLst>
          </p:cNvPr>
          <p:cNvGraphicFramePr/>
          <p:nvPr/>
        </p:nvGraphicFramePr>
        <p:xfrm>
          <a:off x="629888" y="4725829"/>
          <a:ext cx="2423217" cy="555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F0F73F98-EC32-33B0-3F57-F31754BB03A3}"/>
              </a:ext>
            </a:extLst>
          </p:cNvPr>
          <p:cNvGraphicFramePr/>
          <p:nvPr/>
        </p:nvGraphicFramePr>
        <p:xfrm>
          <a:off x="3697815" y="4725829"/>
          <a:ext cx="2423217" cy="555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94D63448-FD6A-5EB9-F850-3B8E6872CB14}"/>
              </a:ext>
            </a:extLst>
          </p:cNvPr>
          <p:cNvGraphicFramePr/>
          <p:nvPr/>
        </p:nvGraphicFramePr>
        <p:xfrm>
          <a:off x="6765741" y="4725829"/>
          <a:ext cx="2423217" cy="555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2562373"/>
            <a:ext cx="7415212" cy="1221254"/>
            <a:chOff x="0" y="0"/>
            <a:chExt cx="18288000" cy="30119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3011955"/>
            </a:xfrm>
            <a:custGeom>
              <a:avLst/>
              <a:gdLst/>
              <a:ahLst/>
              <a:cxnLst/>
              <a:rect l="l" t="t" r="r" b="b"/>
              <a:pathLst>
                <a:path w="18288000" h="3011955">
                  <a:moveTo>
                    <a:pt x="0" y="0"/>
                  </a:moveTo>
                  <a:lnTo>
                    <a:pt x="18288000" y="0"/>
                  </a:lnTo>
                  <a:lnTo>
                    <a:pt x="18288000" y="3011955"/>
                  </a:lnTo>
                  <a:lnTo>
                    <a:pt x="0" y="30119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950" b="-4866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8288000" cy="3107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12"/>
                </a:lnSpc>
              </a:pPr>
              <a:r>
                <a:rPr lang="en-US" sz="4843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70761" y="5853774"/>
            <a:ext cx="4449128" cy="222456"/>
            <a:chOff x="0" y="0"/>
            <a:chExt cx="10972800" cy="5486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21"/>
                </a:lnSpc>
              </a:pPr>
              <a:r>
                <a:rPr lang="en-US" sz="85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Samsung Innovation Campus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484350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081"/>
            <a:ext cx="9880353" cy="978179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3" name="Text 1"/>
          <p:cNvSpPr txBox="1"/>
          <p:nvPr/>
        </p:nvSpPr>
        <p:spPr>
          <a:xfrm>
            <a:off x="407575" y="650081"/>
            <a:ext cx="8522018" cy="978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2269" dirty="0"/>
          </a:p>
        </p:txBody>
      </p:sp>
      <p:sp>
        <p:nvSpPr>
          <p:cNvPr id="4" name="Text 2"/>
          <p:cNvSpPr txBox="1"/>
          <p:nvPr/>
        </p:nvSpPr>
        <p:spPr>
          <a:xfrm>
            <a:off x="370523" y="5852217"/>
            <a:ext cx="4446270" cy="222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1" dirty="0"/>
          </a:p>
        </p:txBody>
      </p:sp>
      <p:sp>
        <p:nvSpPr>
          <p:cNvPr id="5" name="Text 3"/>
          <p:cNvSpPr txBox="1"/>
          <p:nvPr/>
        </p:nvSpPr>
        <p:spPr>
          <a:xfrm>
            <a:off x="407575" y="1761649"/>
            <a:ext cx="9040749" cy="296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94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models scored on the held-out test set (20% split), ranked by F1-score.</a:t>
            </a:r>
            <a:endParaRPr lang="en-US" sz="1094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07575" y="2243328"/>
          <a:ext cx="9040751" cy="2667760"/>
        </p:xfrm>
        <a:graphic>
          <a:graphicData uri="http://schemas.openxmlformats.org/drawingml/2006/table">
            <a:tbl>
              <a:tblPr/>
              <a:tblGrid>
                <a:gridCol w="2134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2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12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12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34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E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E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E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E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E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E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4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4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4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0.933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4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4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SVM-RBF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4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0.888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4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4105" marR="74105" marT="37052" marB="37052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4"/>
          <p:cNvSpPr txBox="1"/>
          <p:nvPr/>
        </p:nvSpPr>
        <p:spPr>
          <a:xfrm>
            <a:off x="407575" y="5059299"/>
            <a:ext cx="9040749" cy="666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94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leads on F1-score (0.909) and Recall (0.931); Decision Tree trails on every metric. Because the dataset is imbalanced, F1 — which balances Precision and Recall — is the primary metric used for ranking.</a:t>
            </a:r>
            <a:endParaRPr lang="en-US" sz="109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081"/>
            <a:ext cx="9880353" cy="978179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3" name="Text 1"/>
          <p:cNvSpPr txBox="1"/>
          <p:nvPr/>
        </p:nvSpPr>
        <p:spPr>
          <a:xfrm>
            <a:off x="407575" y="650081"/>
            <a:ext cx="8522018" cy="978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</a:t>
            </a:r>
            <a:endParaRPr lang="en-US" sz="2269" dirty="0"/>
          </a:p>
        </p:txBody>
      </p:sp>
      <p:sp>
        <p:nvSpPr>
          <p:cNvPr id="4" name="Text 2"/>
          <p:cNvSpPr txBox="1"/>
          <p:nvPr/>
        </p:nvSpPr>
        <p:spPr>
          <a:xfrm>
            <a:off x="370523" y="5852217"/>
            <a:ext cx="4446270" cy="222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1" dirty="0"/>
          </a:p>
        </p:txBody>
      </p:sp>
      <p:sp>
        <p:nvSpPr>
          <p:cNvPr id="5" name="Text 3"/>
          <p:cNvSpPr txBox="1"/>
          <p:nvPr/>
        </p:nvSpPr>
        <p:spPr>
          <a:xfrm>
            <a:off x="407575" y="1761649"/>
            <a:ext cx="4372166" cy="259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5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by Model</a:t>
            </a:r>
            <a:endParaRPr lang="en-US" sz="1135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07575" y="2058067"/>
          <a:ext cx="4372166" cy="31864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076158" y="1761649"/>
            <a:ext cx="4372166" cy="259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5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by Model</a:t>
            </a:r>
            <a:endParaRPr lang="en-US" sz="1135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5076158" y="2058067"/>
          <a:ext cx="4372166" cy="31864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07575" y="5355717"/>
            <a:ext cx="9040749" cy="444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SVM-RBF has the single highest ROC-AUC (0.935), but Gradient Boosting, XGBoost and Logistic Regression are close behind (~0.93) — with very similar discrimination ability, ROC-AUC alone doesn't separate the top models.</a:t>
            </a:r>
            <a:endParaRPr lang="en-US" sz="101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081"/>
            <a:ext cx="9880353" cy="978179"/>
          </a:xfrm>
          <a:prstGeom prst="rect">
            <a:avLst/>
          </a:prstGeom>
          <a:solidFill>
            <a:srgbClr val="193EB0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3" name="Text 1"/>
          <p:cNvSpPr txBox="1"/>
          <p:nvPr/>
        </p:nvSpPr>
        <p:spPr>
          <a:xfrm>
            <a:off x="407575" y="650081"/>
            <a:ext cx="8522018" cy="978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Models &amp; Final Decision</a:t>
            </a:r>
            <a:endParaRPr lang="en-US" sz="2269" dirty="0"/>
          </a:p>
        </p:txBody>
      </p:sp>
      <p:sp>
        <p:nvSpPr>
          <p:cNvPr id="4" name="Text 2"/>
          <p:cNvSpPr txBox="1"/>
          <p:nvPr/>
        </p:nvSpPr>
        <p:spPr>
          <a:xfrm>
            <a:off x="370523" y="5852217"/>
            <a:ext cx="4446270" cy="222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Innovation Campus</a:t>
            </a:r>
            <a:endParaRPr lang="en-US" sz="851" dirty="0"/>
          </a:p>
        </p:txBody>
      </p:sp>
      <p:sp>
        <p:nvSpPr>
          <p:cNvPr id="5" name="Text 3"/>
          <p:cNvSpPr txBox="1"/>
          <p:nvPr/>
        </p:nvSpPr>
        <p:spPr>
          <a:xfrm>
            <a:off x="407575" y="1872805"/>
            <a:ext cx="2853023" cy="222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94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94" dirty="0"/>
          </a:p>
        </p:txBody>
      </p:sp>
      <p:sp>
        <p:nvSpPr>
          <p:cNvPr id="6" name="Text 4"/>
          <p:cNvSpPr txBox="1"/>
          <p:nvPr/>
        </p:nvSpPr>
        <p:spPr>
          <a:xfrm>
            <a:off x="1259777" y="1813522"/>
            <a:ext cx="778097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</a:t>
            </a:r>
            <a:endParaRPr lang="en-US" sz="689" dirty="0"/>
          </a:p>
          <a:p>
            <a:pPr algn="ct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689" dirty="0"/>
          </a:p>
        </p:txBody>
      </p:sp>
      <p:sp>
        <p:nvSpPr>
          <p:cNvPr id="7" name="Text 5"/>
          <p:cNvSpPr txBox="1"/>
          <p:nvPr/>
        </p:nvSpPr>
        <p:spPr>
          <a:xfrm>
            <a:off x="2037874" y="1813522"/>
            <a:ext cx="778097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</a:t>
            </a:r>
            <a:endParaRPr lang="en-US" sz="689" dirty="0"/>
          </a:p>
          <a:p>
            <a:pPr algn="ct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Disease</a:t>
            </a:r>
            <a:endParaRPr lang="en-US" sz="689" dirty="0"/>
          </a:p>
        </p:txBody>
      </p:sp>
      <p:sp>
        <p:nvSpPr>
          <p:cNvPr id="8" name="Text 6"/>
          <p:cNvSpPr txBox="1"/>
          <p:nvPr/>
        </p:nvSpPr>
        <p:spPr>
          <a:xfrm>
            <a:off x="407575" y="2184044"/>
            <a:ext cx="815150" cy="45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689" dirty="0"/>
          </a:p>
          <a:p>
            <a:pPr algn="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689" dirty="0"/>
          </a:p>
        </p:txBody>
      </p:sp>
      <p:sp>
        <p:nvSpPr>
          <p:cNvPr id="9" name="Text 7"/>
          <p:cNvSpPr txBox="1"/>
          <p:nvPr/>
        </p:nvSpPr>
        <p:spPr>
          <a:xfrm>
            <a:off x="407575" y="2643492"/>
            <a:ext cx="815150" cy="45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689" dirty="0"/>
          </a:p>
          <a:p>
            <a:pPr algn="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Disease</a:t>
            </a:r>
            <a:endParaRPr lang="en-US" sz="689" dirty="0"/>
          </a:p>
        </p:txBody>
      </p:sp>
      <p:sp>
        <p:nvSpPr>
          <p:cNvPr id="10" name="Shape 8"/>
          <p:cNvSpPr/>
          <p:nvPr/>
        </p:nvSpPr>
        <p:spPr>
          <a:xfrm>
            <a:off x="1259777" y="2184044"/>
            <a:ext cx="778097" cy="459448"/>
          </a:xfrm>
          <a:prstGeom prst="rect">
            <a:avLst/>
          </a:prstGeom>
          <a:solidFill>
            <a:srgbClr val="D6E4D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59"/>
          </a:p>
        </p:txBody>
      </p:sp>
      <p:sp>
        <p:nvSpPr>
          <p:cNvPr id="11" name="Text 9"/>
          <p:cNvSpPr txBox="1"/>
          <p:nvPr/>
        </p:nvSpPr>
        <p:spPr>
          <a:xfrm>
            <a:off x="1259777" y="2184044"/>
            <a:ext cx="778097" cy="45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16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
</a:t>
            </a:r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216" dirty="0"/>
          </a:p>
        </p:txBody>
      </p:sp>
      <p:sp>
        <p:nvSpPr>
          <p:cNvPr id="12" name="Shape 10"/>
          <p:cNvSpPr/>
          <p:nvPr/>
        </p:nvSpPr>
        <p:spPr>
          <a:xfrm>
            <a:off x="2037874" y="2184044"/>
            <a:ext cx="778097" cy="459448"/>
          </a:xfrm>
          <a:prstGeom prst="rect">
            <a:avLst/>
          </a:prstGeom>
          <a:solidFill>
            <a:srgbClr val="F4D6D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59"/>
          </a:p>
        </p:txBody>
      </p:sp>
      <p:sp>
        <p:nvSpPr>
          <p:cNvPr id="13" name="Text 11"/>
          <p:cNvSpPr txBox="1"/>
          <p:nvPr/>
        </p:nvSpPr>
        <p:spPr>
          <a:xfrm>
            <a:off x="2037874" y="2184044"/>
            <a:ext cx="778097" cy="45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16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
</a:t>
            </a:r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216" dirty="0"/>
          </a:p>
        </p:txBody>
      </p:sp>
      <p:sp>
        <p:nvSpPr>
          <p:cNvPr id="14" name="Shape 12"/>
          <p:cNvSpPr/>
          <p:nvPr/>
        </p:nvSpPr>
        <p:spPr>
          <a:xfrm>
            <a:off x="1259777" y="2643492"/>
            <a:ext cx="778097" cy="459448"/>
          </a:xfrm>
          <a:prstGeom prst="rect">
            <a:avLst/>
          </a:prstGeom>
          <a:solidFill>
            <a:srgbClr val="F4D6D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59"/>
          </a:p>
        </p:txBody>
      </p:sp>
      <p:sp>
        <p:nvSpPr>
          <p:cNvPr id="15" name="Text 13"/>
          <p:cNvSpPr txBox="1"/>
          <p:nvPr/>
        </p:nvSpPr>
        <p:spPr>
          <a:xfrm>
            <a:off x="1259777" y="2643492"/>
            <a:ext cx="778097" cy="45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16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
</a:t>
            </a:r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216" dirty="0"/>
          </a:p>
        </p:txBody>
      </p:sp>
      <p:sp>
        <p:nvSpPr>
          <p:cNvPr id="16" name="Shape 14"/>
          <p:cNvSpPr/>
          <p:nvPr/>
        </p:nvSpPr>
        <p:spPr>
          <a:xfrm>
            <a:off x="2037874" y="2643492"/>
            <a:ext cx="778097" cy="459448"/>
          </a:xfrm>
          <a:prstGeom prst="rect">
            <a:avLst/>
          </a:prstGeom>
          <a:solidFill>
            <a:srgbClr val="D6E4D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59"/>
          </a:p>
        </p:txBody>
      </p:sp>
      <p:sp>
        <p:nvSpPr>
          <p:cNvPr id="17" name="Text 15"/>
          <p:cNvSpPr txBox="1"/>
          <p:nvPr/>
        </p:nvSpPr>
        <p:spPr>
          <a:xfrm>
            <a:off x="2037874" y="2643492"/>
            <a:ext cx="778097" cy="45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16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
</a:t>
            </a:r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216" dirty="0"/>
          </a:p>
        </p:txBody>
      </p:sp>
      <p:sp>
        <p:nvSpPr>
          <p:cNvPr id="18" name="Text 16"/>
          <p:cNvSpPr txBox="1"/>
          <p:nvPr/>
        </p:nvSpPr>
        <p:spPr>
          <a:xfrm>
            <a:off x="3482912" y="1872805"/>
            <a:ext cx="2853023" cy="222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94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94" dirty="0"/>
          </a:p>
        </p:txBody>
      </p:sp>
      <p:sp>
        <p:nvSpPr>
          <p:cNvPr id="19" name="Text 17"/>
          <p:cNvSpPr txBox="1"/>
          <p:nvPr/>
        </p:nvSpPr>
        <p:spPr>
          <a:xfrm>
            <a:off x="4335113" y="1813522"/>
            <a:ext cx="778097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</a:t>
            </a:r>
            <a:endParaRPr lang="en-US" sz="689" dirty="0"/>
          </a:p>
          <a:p>
            <a:pPr algn="ct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689" dirty="0"/>
          </a:p>
        </p:txBody>
      </p:sp>
      <p:sp>
        <p:nvSpPr>
          <p:cNvPr id="20" name="Text 18"/>
          <p:cNvSpPr txBox="1"/>
          <p:nvPr/>
        </p:nvSpPr>
        <p:spPr>
          <a:xfrm>
            <a:off x="5113211" y="1813522"/>
            <a:ext cx="778097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</a:t>
            </a:r>
            <a:endParaRPr lang="en-US" sz="689" dirty="0"/>
          </a:p>
          <a:p>
            <a:pPr algn="ct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Disease</a:t>
            </a:r>
            <a:endParaRPr lang="en-US" sz="689" dirty="0"/>
          </a:p>
        </p:txBody>
      </p:sp>
      <p:sp>
        <p:nvSpPr>
          <p:cNvPr id="21" name="Text 19"/>
          <p:cNvSpPr txBox="1"/>
          <p:nvPr/>
        </p:nvSpPr>
        <p:spPr>
          <a:xfrm>
            <a:off x="3482911" y="2184044"/>
            <a:ext cx="815150" cy="45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689" dirty="0"/>
          </a:p>
          <a:p>
            <a:pPr algn="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689" dirty="0"/>
          </a:p>
        </p:txBody>
      </p:sp>
      <p:sp>
        <p:nvSpPr>
          <p:cNvPr id="22" name="Text 20"/>
          <p:cNvSpPr txBox="1"/>
          <p:nvPr/>
        </p:nvSpPr>
        <p:spPr>
          <a:xfrm>
            <a:off x="3482911" y="2643492"/>
            <a:ext cx="815150" cy="45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689" dirty="0"/>
          </a:p>
          <a:p>
            <a:pPr algn="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Disease</a:t>
            </a:r>
            <a:endParaRPr lang="en-US" sz="689" dirty="0"/>
          </a:p>
        </p:txBody>
      </p:sp>
      <p:sp>
        <p:nvSpPr>
          <p:cNvPr id="23" name="Shape 21"/>
          <p:cNvSpPr/>
          <p:nvPr/>
        </p:nvSpPr>
        <p:spPr>
          <a:xfrm>
            <a:off x="4335113" y="2184044"/>
            <a:ext cx="778097" cy="459448"/>
          </a:xfrm>
          <a:prstGeom prst="rect">
            <a:avLst/>
          </a:prstGeom>
          <a:solidFill>
            <a:srgbClr val="D6E4D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59"/>
          </a:p>
        </p:txBody>
      </p:sp>
      <p:sp>
        <p:nvSpPr>
          <p:cNvPr id="24" name="Text 22"/>
          <p:cNvSpPr txBox="1"/>
          <p:nvPr/>
        </p:nvSpPr>
        <p:spPr>
          <a:xfrm>
            <a:off x="4335113" y="2184044"/>
            <a:ext cx="778097" cy="45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16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
</a:t>
            </a:r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216" dirty="0"/>
          </a:p>
        </p:txBody>
      </p:sp>
      <p:sp>
        <p:nvSpPr>
          <p:cNvPr id="25" name="Shape 23"/>
          <p:cNvSpPr/>
          <p:nvPr/>
        </p:nvSpPr>
        <p:spPr>
          <a:xfrm>
            <a:off x="5113211" y="2184044"/>
            <a:ext cx="778097" cy="459448"/>
          </a:xfrm>
          <a:prstGeom prst="rect">
            <a:avLst/>
          </a:prstGeom>
          <a:solidFill>
            <a:srgbClr val="F4D6D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59"/>
          </a:p>
        </p:txBody>
      </p:sp>
      <p:sp>
        <p:nvSpPr>
          <p:cNvPr id="26" name="Text 24"/>
          <p:cNvSpPr txBox="1"/>
          <p:nvPr/>
        </p:nvSpPr>
        <p:spPr>
          <a:xfrm>
            <a:off x="5113211" y="2184044"/>
            <a:ext cx="778097" cy="45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16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
</a:t>
            </a:r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216" dirty="0"/>
          </a:p>
        </p:txBody>
      </p:sp>
      <p:sp>
        <p:nvSpPr>
          <p:cNvPr id="27" name="Shape 25"/>
          <p:cNvSpPr/>
          <p:nvPr/>
        </p:nvSpPr>
        <p:spPr>
          <a:xfrm>
            <a:off x="4335113" y="2643492"/>
            <a:ext cx="778097" cy="459448"/>
          </a:xfrm>
          <a:prstGeom prst="rect">
            <a:avLst/>
          </a:prstGeom>
          <a:solidFill>
            <a:srgbClr val="F4D6D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59"/>
          </a:p>
        </p:txBody>
      </p:sp>
      <p:sp>
        <p:nvSpPr>
          <p:cNvPr id="28" name="Text 26"/>
          <p:cNvSpPr txBox="1"/>
          <p:nvPr/>
        </p:nvSpPr>
        <p:spPr>
          <a:xfrm>
            <a:off x="4335113" y="2643492"/>
            <a:ext cx="778097" cy="45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16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
</a:t>
            </a:r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216" dirty="0"/>
          </a:p>
        </p:txBody>
      </p:sp>
      <p:sp>
        <p:nvSpPr>
          <p:cNvPr id="29" name="Shape 27"/>
          <p:cNvSpPr/>
          <p:nvPr/>
        </p:nvSpPr>
        <p:spPr>
          <a:xfrm>
            <a:off x="5113211" y="2643492"/>
            <a:ext cx="778097" cy="459448"/>
          </a:xfrm>
          <a:prstGeom prst="rect">
            <a:avLst/>
          </a:prstGeom>
          <a:solidFill>
            <a:srgbClr val="D6E4D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59"/>
          </a:p>
        </p:txBody>
      </p:sp>
      <p:sp>
        <p:nvSpPr>
          <p:cNvPr id="30" name="Text 28"/>
          <p:cNvSpPr txBox="1"/>
          <p:nvPr/>
        </p:nvSpPr>
        <p:spPr>
          <a:xfrm>
            <a:off x="5113211" y="2643492"/>
            <a:ext cx="778097" cy="45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16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
</a:t>
            </a:r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216" dirty="0"/>
          </a:p>
        </p:txBody>
      </p:sp>
      <p:sp>
        <p:nvSpPr>
          <p:cNvPr id="31" name="Text 29"/>
          <p:cNvSpPr txBox="1"/>
          <p:nvPr/>
        </p:nvSpPr>
        <p:spPr>
          <a:xfrm>
            <a:off x="6558248" y="1872805"/>
            <a:ext cx="2853023" cy="222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94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94" dirty="0"/>
          </a:p>
        </p:txBody>
      </p:sp>
      <p:sp>
        <p:nvSpPr>
          <p:cNvPr id="32" name="Text 30"/>
          <p:cNvSpPr txBox="1"/>
          <p:nvPr/>
        </p:nvSpPr>
        <p:spPr>
          <a:xfrm>
            <a:off x="7410450" y="1813522"/>
            <a:ext cx="778097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</a:t>
            </a:r>
            <a:endParaRPr lang="en-US" sz="689" dirty="0"/>
          </a:p>
          <a:p>
            <a:pPr algn="ct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689" dirty="0"/>
          </a:p>
        </p:txBody>
      </p:sp>
      <p:sp>
        <p:nvSpPr>
          <p:cNvPr id="33" name="Text 31"/>
          <p:cNvSpPr txBox="1"/>
          <p:nvPr/>
        </p:nvSpPr>
        <p:spPr>
          <a:xfrm>
            <a:off x="8188547" y="1813522"/>
            <a:ext cx="778097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</a:t>
            </a:r>
            <a:endParaRPr lang="en-US" sz="689" dirty="0"/>
          </a:p>
          <a:p>
            <a:pPr algn="ct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Disease</a:t>
            </a:r>
            <a:endParaRPr lang="en-US" sz="689" dirty="0"/>
          </a:p>
        </p:txBody>
      </p:sp>
      <p:sp>
        <p:nvSpPr>
          <p:cNvPr id="34" name="Text 32"/>
          <p:cNvSpPr txBox="1"/>
          <p:nvPr/>
        </p:nvSpPr>
        <p:spPr>
          <a:xfrm>
            <a:off x="6558248" y="2184044"/>
            <a:ext cx="815150" cy="45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689" dirty="0"/>
          </a:p>
          <a:p>
            <a:pPr algn="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689" dirty="0"/>
          </a:p>
        </p:txBody>
      </p:sp>
      <p:sp>
        <p:nvSpPr>
          <p:cNvPr id="35" name="Text 33"/>
          <p:cNvSpPr txBox="1"/>
          <p:nvPr/>
        </p:nvSpPr>
        <p:spPr>
          <a:xfrm>
            <a:off x="6558248" y="2643492"/>
            <a:ext cx="815150" cy="45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689" dirty="0"/>
          </a:p>
          <a:p>
            <a:pPr algn="r"/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Disease</a:t>
            </a:r>
            <a:endParaRPr lang="en-US" sz="689" dirty="0"/>
          </a:p>
        </p:txBody>
      </p:sp>
      <p:sp>
        <p:nvSpPr>
          <p:cNvPr id="36" name="Shape 34"/>
          <p:cNvSpPr/>
          <p:nvPr/>
        </p:nvSpPr>
        <p:spPr>
          <a:xfrm>
            <a:off x="7410450" y="2184044"/>
            <a:ext cx="778097" cy="459448"/>
          </a:xfrm>
          <a:prstGeom prst="rect">
            <a:avLst/>
          </a:prstGeom>
          <a:solidFill>
            <a:srgbClr val="D6E4D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59"/>
          </a:p>
        </p:txBody>
      </p:sp>
      <p:sp>
        <p:nvSpPr>
          <p:cNvPr id="37" name="Text 35"/>
          <p:cNvSpPr txBox="1"/>
          <p:nvPr/>
        </p:nvSpPr>
        <p:spPr>
          <a:xfrm>
            <a:off x="7410450" y="2184044"/>
            <a:ext cx="778097" cy="45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16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
</a:t>
            </a:r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216" dirty="0"/>
          </a:p>
        </p:txBody>
      </p:sp>
      <p:sp>
        <p:nvSpPr>
          <p:cNvPr id="38" name="Shape 36"/>
          <p:cNvSpPr/>
          <p:nvPr/>
        </p:nvSpPr>
        <p:spPr>
          <a:xfrm>
            <a:off x="8188547" y="2184044"/>
            <a:ext cx="778097" cy="459448"/>
          </a:xfrm>
          <a:prstGeom prst="rect">
            <a:avLst/>
          </a:prstGeom>
          <a:solidFill>
            <a:srgbClr val="F4D6D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59"/>
          </a:p>
        </p:txBody>
      </p:sp>
      <p:sp>
        <p:nvSpPr>
          <p:cNvPr id="39" name="Text 37"/>
          <p:cNvSpPr txBox="1"/>
          <p:nvPr/>
        </p:nvSpPr>
        <p:spPr>
          <a:xfrm>
            <a:off x="8188547" y="2184044"/>
            <a:ext cx="778097" cy="45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16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
</a:t>
            </a:r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216" dirty="0"/>
          </a:p>
        </p:txBody>
      </p:sp>
      <p:sp>
        <p:nvSpPr>
          <p:cNvPr id="40" name="Shape 38"/>
          <p:cNvSpPr/>
          <p:nvPr/>
        </p:nvSpPr>
        <p:spPr>
          <a:xfrm>
            <a:off x="7410450" y="2643492"/>
            <a:ext cx="778097" cy="459448"/>
          </a:xfrm>
          <a:prstGeom prst="rect">
            <a:avLst/>
          </a:prstGeom>
          <a:solidFill>
            <a:srgbClr val="F4D6D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59"/>
          </a:p>
        </p:txBody>
      </p:sp>
      <p:sp>
        <p:nvSpPr>
          <p:cNvPr id="41" name="Text 39"/>
          <p:cNvSpPr txBox="1"/>
          <p:nvPr/>
        </p:nvSpPr>
        <p:spPr>
          <a:xfrm>
            <a:off x="7410450" y="2643492"/>
            <a:ext cx="778097" cy="45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16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
</a:t>
            </a:r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216" dirty="0"/>
          </a:p>
        </p:txBody>
      </p:sp>
      <p:sp>
        <p:nvSpPr>
          <p:cNvPr id="42" name="Shape 40"/>
          <p:cNvSpPr/>
          <p:nvPr/>
        </p:nvSpPr>
        <p:spPr>
          <a:xfrm>
            <a:off x="8188547" y="2643492"/>
            <a:ext cx="778097" cy="459448"/>
          </a:xfrm>
          <a:prstGeom prst="rect">
            <a:avLst/>
          </a:prstGeom>
          <a:solidFill>
            <a:srgbClr val="D6E4D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459"/>
          </a:p>
        </p:txBody>
      </p:sp>
      <p:sp>
        <p:nvSpPr>
          <p:cNvPr id="43" name="Text 41"/>
          <p:cNvSpPr txBox="1"/>
          <p:nvPr/>
        </p:nvSpPr>
        <p:spPr>
          <a:xfrm>
            <a:off x="8188547" y="2643492"/>
            <a:ext cx="778097" cy="45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16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
</a:t>
            </a:r>
            <a:r>
              <a:rPr lang="en-US" sz="68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216" dirty="0"/>
          </a:p>
        </p:txBody>
      </p:sp>
      <p:sp>
        <p:nvSpPr>
          <p:cNvPr id="44" name="Shape 42"/>
          <p:cNvSpPr/>
          <p:nvPr/>
        </p:nvSpPr>
        <p:spPr>
          <a:xfrm>
            <a:off x="407575" y="4021836"/>
            <a:ext cx="9040749" cy="14821"/>
          </a:xfrm>
          <a:prstGeom prst="rect">
            <a:avLst/>
          </a:prstGeom>
          <a:solidFill>
            <a:srgbClr val="D0D5DD"/>
          </a:solidFill>
          <a:ln/>
        </p:spPr>
        <p:txBody>
          <a:bodyPr/>
          <a:lstStyle/>
          <a:p>
            <a:endParaRPr lang="en-US" sz="1459"/>
          </a:p>
        </p:txBody>
      </p:sp>
      <p:sp>
        <p:nvSpPr>
          <p:cNvPr id="45" name="Text 43"/>
          <p:cNvSpPr txBox="1"/>
          <p:nvPr/>
        </p:nvSpPr>
        <p:spPr>
          <a:xfrm>
            <a:off x="407575" y="4192276"/>
            <a:ext cx="9040749" cy="311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9" b="1" dirty="0">
                <a:solidFill>
                  <a:srgbClr val="193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Decision: Gradient Boosting</a:t>
            </a:r>
            <a:endParaRPr lang="en-US" sz="1459" dirty="0"/>
          </a:p>
        </p:txBody>
      </p:sp>
      <p:sp>
        <p:nvSpPr>
          <p:cNvPr id="46" name="Text 44"/>
          <p:cNvSpPr txBox="1"/>
          <p:nvPr/>
        </p:nvSpPr>
        <p:spPr>
          <a:xfrm>
            <a:off x="407575" y="4540568"/>
            <a:ext cx="9040749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85257" indent="-185257">
              <a:lnSpc>
                <a:spcPct val="115000"/>
              </a:lnSpc>
              <a:spcAft>
                <a:spcPts val="648"/>
              </a:spcAft>
              <a:buSzPct val="100000"/>
              <a:buChar char="•"/>
            </a:pPr>
            <a:r>
              <a:rPr lang="en-US" sz="1054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F1-score (0.909) and Recall (0.931) among all 7 models, with only 2 false negatives out of 102 positive cases.</a:t>
            </a:r>
            <a:endParaRPr lang="en-US" sz="1054" dirty="0"/>
          </a:p>
          <a:p>
            <a:pPr marL="185257" indent="-185257">
              <a:lnSpc>
                <a:spcPct val="115000"/>
              </a:lnSpc>
              <a:spcAft>
                <a:spcPts val="648"/>
              </a:spcAft>
              <a:buSzPct val="100000"/>
              <a:buChar char="•"/>
            </a:pPr>
            <a:r>
              <a:rPr lang="en-US" sz="1054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produces fewer false positives (11), but misses 9 positive cases — a worse trade-off for a diagnostic task.</a:t>
            </a:r>
            <a:endParaRPr lang="en-US" sz="1054" dirty="0"/>
          </a:p>
          <a:p>
            <a:pPr marL="185257" indent="-185257">
              <a:lnSpc>
                <a:spcPct val="115000"/>
              </a:lnSpc>
              <a:spcAft>
                <a:spcPts val="648"/>
              </a:spcAft>
              <a:buSzPct val="100000"/>
              <a:buChar char="•"/>
            </a:pPr>
            <a:r>
              <a:rPr lang="en-US" sz="1054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dataset is imbalanced and this is a heart-disease screening application, minimizing missed diagnoses (false negatives) outweighs a modest increase in false positives.</a:t>
            </a:r>
            <a:endParaRPr lang="en-US" sz="1054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1C2B30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5928" y="2733675"/>
            <a:ext cx="4452565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Recommendations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54" y="31290"/>
            <a:ext cx="9902857" cy="1027462"/>
            <a:chOff x="0" y="0"/>
            <a:chExt cx="13203809" cy="13699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369949"/>
            </a:xfrm>
            <a:custGeom>
              <a:avLst/>
              <a:gdLst/>
              <a:ahLst/>
              <a:cxnLst/>
              <a:rect l="l" t="t" r="r" b="b"/>
              <a:pathLst>
                <a:path w="13203810" h="1369949">
                  <a:moveTo>
                    <a:pt x="0" y="0"/>
                  </a:moveTo>
                  <a:lnTo>
                    <a:pt x="13203810" y="0"/>
                  </a:lnTo>
                  <a:lnTo>
                    <a:pt x="13203810" y="1369949"/>
                  </a:lnTo>
                  <a:lnTo>
                    <a:pt x="0" y="1369949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41602" y="445011"/>
            <a:ext cx="6529332" cy="326467"/>
            <a:chOff x="0" y="0"/>
            <a:chExt cx="14630400" cy="7315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4630400" cy="7600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52"/>
                </a:lnSpc>
              </a:pPr>
              <a:r>
                <a:rPr lang="en-US" sz="1460" b="1" spc="224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RECOMMENDATIONS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336" y="1785137"/>
            <a:ext cx="9875614" cy="816166"/>
            <a:chOff x="0" y="0"/>
            <a:chExt cx="22128480" cy="182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128479" cy="1828800"/>
            </a:xfrm>
            <a:custGeom>
              <a:avLst/>
              <a:gdLst/>
              <a:ahLst/>
              <a:cxnLst/>
              <a:rect l="l" t="t" r="r" b="b"/>
              <a:pathLst>
                <a:path w="22128479" h="18288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22000463" y="0"/>
                  </a:lnTo>
                  <a:cubicBezTo>
                    <a:pt x="22071202" y="0"/>
                    <a:pt x="22128479" y="57277"/>
                    <a:pt x="22128479" y="128016"/>
                  </a:cubicBezTo>
                  <a:lnTo>
                    <a:pt x="22128479" y="1700784"/>
                  </a:lnTo>
                  <a:cubicBezTo>
                    <a:pt x="22128479" y="1771523"/>
                    <a:pt x="22071202" y="1828800"/>
                    <a:pt x="22000463" y="1828800"/>
                  </a:cubicBezTo>
                  <a:lnTo>
                    <a:pt x="128016" y="1828800"/>
                  </a:lnTo>
                  <a:cubicBezTo>
                    <a:pt x="57277" y="1828800"/>
                    <a:pt x="0" y="1771523"/>
                    <a:pt x="0" y="1700784"/>
                  </a:cubicBezTo>
                  <a:close/>
                </a:path>
              </a:pathLst>
            </a:custGeom>
            <a:solidFill>
              <a:srgbClr val="BFBFB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306616" y="1904332"/>
            <a:ext cx="489700" cy="489700"/>
            <a:chOff x="0" y="0"/>
            <a:chExt cx="652933" cy="652933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652933" cy="652933"/>
              <a:chOff x="0" y="0"/>
              <a:chExt cx="1097280" cy="109728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097280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1097280" h="1097280">
                    <a:moveTo>
                      <a:pt x="0" y="548640"/>
                    </a:moveTo>
                    <a:cubicBezTo>
                      <a:pt x="0" y="245618"/>
                      <a:pt x="245618" y="0"/>
                      <a:pt x="548640" y="0"/>
                    </a:cubicBezTo>
                    <a:cubicBezTo>
                      <a:pt x="851662" y="0"/>
                      <a:pt x="1097280" y="245618"/>
                      <a:pt x="1097280" y="548640"/>
                    </a:cubicBezTo>
                    <a:cubicBezTo>
                      <a:pt x="1097280" y="851662"/>
                      <a:pt x="851662" y="1097280"/>
                      <a:pt x="548640" y="1097280"/>
                    </a:cubicBezTo>
                    <a:cubicBezTo>
                      <a:pt x="245618" y="1097280"/>
                      <a:pt x="0" y="851662"/>
                      <a:pt x="0" y="548640"/>
                    </a:cubicBezTo>
                    <a:close/>
                  </a:path>
                </a:pathLst>
              </a:custGeom>
              <a:solidFill>
                <a:srgbClr val="193EB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0"/>
              <a:ext cx="652933" cy="652933"/>
              <a:chOff x="0" y="0"/>
              <a:chExt cx="1097280" cy="109728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97280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1097280" h="1097280">
                    <a:moveTo>
                      <a:pt x="548640" y="0"/>
                    </a:moveTo>
                    <a:lnTo>
                      <a:pt x="548640" y="0"/>
                    </a:lnTo>
                    <a:cubicBezTo>
                      <a:pt x="694148" y="0"/>
                      <a:pt x="833697" y="57803"/>
                      <a:pt x="936587" y="160693"/>
                    </a:cubicBezTo>
                    <a:cubicBezTo>
                      <a:pt x="1039477" y="263583"/>
                      <a:pt x="1097280" y="403132"/>
                      <a:pt x="1097280" y="548640"/>
                    </a:cubicBezTo>
                    <a:lnTo>
                      <a:pt x="1097280" y="548640"/>
                    </a:lnTo>
                    <a:cubicBezTo>
                      <a:pt x="1097280" y="694148"/>
                      <a:pt x="1039477" y="833697"/>
                      <a:pt x="936587" y="936587"/>
                    </a:cubicBezTo>
                    <a:cubicBezTo>
                      <a:pt x="833697" y="1039477"/>
                      <a:pt x="694148" y="1097280"/>
                      <a:pt x="548640" y="1097280"/>
                    </a:cubicBezTo>
                    <a:lnTo>
                      <a:pt x="548640" y="1097280"/>
                    </a:lnTo>
                    <a:cubicBezTo>
                      <a:pt x="403132" y="1097280"/>
                      <a:pt x="263583" y="1039477"/>
                      <a:pt x="160693" y="936587"/>
                    </a:cubicBezTo>
                    <a:cubicBezTo>
                      <a:pt x="57803" y="833697"/>
                      <a:pt x="0" y="694148"/>
                      <a:pt x="0" y="548640"/>
                    </a:cubicBezTo>
                    <a:lnTo>
                      <a:pt x="0" y="548640"/>
                    </a:lnTo>
                    <a:cubicBezTo>
                      <a:pt x="0" y="403132"/>
                      <a:pt x="57803" y="263583"/>
                      <a:pt x="160693" y="160693"/>
                    </a:cubicBezTo>
                    <a:cubicBezTo>
                      <a:pt x="263583" y="57803"/>
                      <a:pt x="403132" y="0"/>
                      <a:pt x="548640" y="0"/>
                    </a:cubicBezTo>
                    <a:close/>
                  </a:path>
                </a:pathLst>
              </a:custGeom>
              <a:solidFill>
                <a:srgbClr val="193EB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19050"/>
                <a:ext cx="1097280" cy="11163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42"/>
                  </a:lnSpc>
                </a:pPr>
                <a:r>
                  <a:rPr lang="en-US" sz="1785" b="1">
                    <a:solidFill>
                      <a:srgbClr val="FFFFFF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1</a:t>
                </a:r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4008769" y="1708209"/>
            <a:ext cx="2938199" cy="881946"/>
            <a:chOff x="0" y="0"/>
            <a:chExt cx="6583680" cy="197619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583680" cy="1976194"/>
            </a:xfrm>
            <a:custGeom>
              <a:avLst/>
              <a:gdLst/>
              <a:ahLst/>
              <a:cxnLst/>
              <a:rect l="l" t="t" r="r" b="b"/>
              <a:pathLst>
                <a:path w="6583680" h="1976194">
                  <a:moveTo>
                    <a:pt x="0" y="0"/>
                  </a:moveTo>
                  <a:lnTo>
                    <a:pt x="6583680" y="0"/>
                  </a:lnTo>
                  <a:lnTo>
                    <a:pt x="6583680" y="1976194"/>
                  </a:lnTo>
                  <a:lnTo>
                    <a:pt x="0" y="19761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584" b="-424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6583680" cy="1985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45"/>
                </a:lnSpc>
              </a:pPr>
              <a:r>
                <a:rPr lang="en-US" sz="1204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Support Early Diagnosis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0" y="3080410"/>
            <a:ext cx="9886950" cy="827502"/>
            <a:chOff x="0" y="0"/>
            <a:chExt cx="22153880" cy="1854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153880" cy="1854200"/>
            </a:xfrm>
            <a:custGeom>
              <a:avLst/>
              <a:gdLst/>
              <a:ahLst/>
              <a:cxnLst/>
              <a:rect l="l" t="t" r="r" b="b"/>
              <a:pathLst>
                <a:path w="22153880" h="1854200">
                  <a:moveTo>
                    <a:pt x="0" y="129794"/>
                  </a:moveTo>
                  <a:cubicBezTo>
                    <a:pt x="0" y="58166"/>
                    <a:pt x="58166" y="0"/>
                    <a:pt x="129794" y="0"/>
                  </a:cubicBezTo>
                  <a:lnTo>
                    <a:pt x="22024087" y="0"/>
                  </a:lnTo>
                  <a:cubicBezTo>
                    <a:pt x="22095715" y="0"/>
                    <a:pt x="22153880" y="58166"/>
                    <a:pt x="22153880" y="129794"/>
                  </a:cubicBezTo>
                  <a:lnTo>
                    <a:pt x="22153880" y="1724406"/>
                  </a:lnTo>
                  <a:cubicBezTo>
                    <a:pt x="22153880" y="1796034"/>
                    <a:pt x="22095715" y="1854200"/>
                    <a:pt x="22024087" y="1854200"/>
                  </a:cubicBezTo>
                  <a:lnTo>
                    <a:pt x="129794" y="1854200"/>
                  </a:lnTo>
                  <a:cubicBezTo>
                    <a:pt x="58166" y="1854200"/>
                    <a:pt x="0" y="1796034"/>
                    <a:pt x="0" y="1724406"/>
                  </a:cubicBezTo>
                  <a:close/>
                </a:path>
              </a:pathLst>
            </a:custGeom>
            <a:solidFill>
              <a:srgbClr val="BFBFBF"/>
            </a:solidFill>
            <a:ln w="9525" cap="sq">
              <a:solidFill>
                <a:srgbClr val="E3E9E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06616" y="3218682"/>
            <a:ext cx="489700" cy="489700"/>
            <a:chOff x="0" y="0"/>
            <a:chExt cx="1097280" cy="10972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14437" y="3022559"/>
            <a:ext cx="2938199" cy="881946"/>
            <a:chOff x="0" y="0"/>
            <a:chExt cx="6583680" cy="197619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583680" cy="1976194"/>
            </a:xfrm>
            <a:custGeom>
              <a:avLst/>
              <a:gdLst/>
              <a:ahLst/>
              <a:cxnLst/>
              <a:rect l="l" t="t" r="r" b="b"/>
              <a:pathLst>
                <a:path w="6583680" h="1976194">
                  <a:moveTo>
                    <a:pt x="0" y="0"/>
                  </a:moveTo>
                  <a:lnTo>
                    <a:pt x="6583680" y="0"/>
                  </a:lnTo>
                  <a:lnTo>
                    <a:pt x="6583680" y="1976194"/>
                  </a:lnTo>
                  <a:lnTo>
                    <a:pt x="0" y="19761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584" b="-424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6583680" cy="1985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45"/>
                </a:lnSpc>
              </a:pPr>
              <a:r>
                <a:rPr lang="en-US" sz="1204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Risk-Based Patient Management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336" y="4536439"/>
            <a:ext cx="9875614" cy="816166"/>
            <a:chOff x="0" y="0"/>
            <a:chExt cx="13167486" cy="1088222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13167486" cy="1088222"/>
              <a:chOff x="0" y="0"/>
              <a:chExt cx="22128480" cy="1828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22128479" cy="1828800"/>
              </a:xfrm>
              <a:custGeom>
                <a:avLst/>
                <a:gdLst/>
                <a:ahLst/>
                <a:cxnLst/>
                <a:rect l="l" t="t" r="r" b="b"/>
                <a:pathLst>
                  <a:path w="22128479" h="1828800">
                    <a:moveTo>
                      <a:pt x="0" y="128016"/>
                    </a:moveTo>
                    <a:cubicBezTo>
                      <a:pt x="0" y="57277"/>
                      <a:pt x="57277" y="0"/>
                      <a:pt x="128016" y="0"/>
                    </a:cubicBezTo>
                    <a:lnTo>
                      <a:pt x="22000463" y="0"/>
                    </a:lnTo>
                    <a:cubicBezTo>
                      <a:pt x="22071202" y="0"/>
                      <a:pt x="22128479" y="57277"/>
                      <a:pt x="22128479" y="128016"/>
                    </a:cubicBezTo>
                    <a:lnTo>
                      <a:pt x="22128479" y="1700784"/>
                    </a:lnTo>
                    <a:cubicBezTo>
                      <a:pt x="22128479" y="1771523"/>
                      <a:pt x="22071202" y="1828800"/>
                      <a:pt x="22000463" y="1828800"/>
                    </a:cubicBezTo>
                    <a:lnTo>
                      <a:pt x="128016" y="1828800"/>
                    </a:lnTo>
                    <a:cubicBezTo>
                      <a:pt x="57277" y="1828800"/>
                      <a:pt x="0" y="1771523"/>
                      <a:pt x="0" y="1700784"/>
                    </a:cubicBezTo>
                    <a:close/>
                  </a:path>
                </a:pathLst>
              </a:custGeom>
              <a:solidFill>
                <a:srgbClr val="BFBFBF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401264" y="135292"/>
              <a:ext cx="652933" cy="652933"/>
              <a:chOff x="0" y="0"/>
              <a:chExt cx="1097280" cy="10972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097280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1097280" h="1097280">
                    <a:moveTo>
                      <a:pt x="0" y="548640"/>
                    </a:moveTo>
                    <a:cubicBezTo>
                      <a:pt x="0" y="245618"/>
                      <a:pt x="245618" y="0"/>
                      <a:pt x="548640" y="0"/>
                    </a:cubicBezTo>
                    <a:cubicBezTo>
                      <a:pt x="851662" y="0"/>
                      <a:pt x="1097280" y="245618"/>
                      <a:pt x="1097280" y="548640"/>
                    </a:cubicBezTo>
                    <a:cubicBezTo>
                      <a:pt x="1097280" y="851662"/>
                      <a:pt x="851662" y="1097280"/>
                      <a:pt x="548640" y="1097280"/>
                    </a:cubicBezTo>
                    <a:cubicBezTo>
                      <a:pt x="245618" y="1097280"/>
                      <a:pt x="0" y="851662"/>
                      <a:pt x="0" y="548640"/>
                    </a:cubicBezTo>
                    <a:close/>
                  </a:path>
                </a:pathLst>
              </a:custGeom>
              <a:solidFill>
                <a:srgbClr val="193EB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4401264" y="135292"/>
              <a:ext cx="652933" cy="652933"/>
              <a:chOff x="0" y="0"/>
              <a:chExt cx="1097280" cy="109728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097280" cy="1097280"/>
              </a:xfrm>
              <a:custGeom>
                <a:avLst/>
                <a:gdLst/>
                <a:ahLst/>
                <a:cxnLst/>
                <a:rect l="l" t="t" r="r" b="b"/>
                <a:pathLst>
                  <a:path w="1097280" h="1097280">
                    <a:moveTo>
                      <a:pt x="548640" y="0"/>
                    </a:moveTo>
                    <a:lnTo>
                      <a:pt x="548640" y="0"/>
                    </a:lnTo>
                    <a:cubicBezTo>
                      <a:pt x="694148" y="0"/>
                      <a:pt x="833697" y="57803"/>
                      <a:pt x="936587" y="160693"/>
                    </a:cubicBezTo>
                    <a:cubicBezTo>
                      <a:pt x="1039477" y="263583"/>
                      <a:pt x="1097280" y="403132"/>
                      <a:pt x="1097280" y="548640"/>
                    </a:cubicBezTo>
                    <a:lnTo>
                      <a:pt x="1097280" y="548640"/>
                    </a:lnTo>
                    <a:cubicBezTo>
                      <a:pt x="1097280" y="694148"/>
                      <a:pt x="1039477" y="833697"/>
                      <a:pt x="936587" y="936587"/>
                    </a:cubicBezTo>
                    <a:cubicBezTo>
                      <a:pt x="833697" y="1039477"/>
                      <a:pt x="694148" y="1097280"/>
                      <a:pt x="548640" y="1097280"/>
                    </a:cubicBezTo>
                    <a:lnTo>
                      <a:pt x="548640" y="1097280"/>
                    </a:lnTo>
                    <a:cubicBezTo>
                      <a:pt x="403132" y="1097280"/>
                      <a:pt x="263583" y="1039477"/>
                      <a:pt x="160693" y="936587"/>
                    </a:cubicBezTo>
                    <a:cubicBezTo>
                      <a:pt x="57803" y="833697"/>
                      <a:pt x="0" y="694148"/>
                      <a:pt x="0" y="548640"/>
                    </a:cubicBezTo>
                    <a:lnTo>
                      <a:pt x="0" y="548640"/>
                    </a:lnTo>
                    <a:cubicBezTo>
                      <a:pt x="0" y="403132"/>
                      <a:pt x="57803" y="263583"/>
                      <a:pt x="160693" y="160693"/>
                    </a:cubicBezTo>
                    <a:cubicBezTo>
                      <a:pt x="263583" y="57803"/>
                      <a:pt x="403132" y="0"/>
                      <a:pt x="548640" y="0"/>
                    </a:cubicBezTo>
                    <a:close/>
                  </a:path>
                </a:pathLst>
              </a:custGeom>
              <a:solidFill>
                <a:srgbClr val="193EB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19050"/>
                <a:ext cx="1097280" cy="11163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42"/>
                  </a:lnSpc>
                </a:pPr>
                <a:r>
                  <a:rPr lang="en-US" sz="1785" b="1">
                    <a:solidFill>
                      <a:srgbClr val="FFFFFF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3</a:t>
                </a:r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5143477" y="367098"/>
              <a:ext cx="2942332" cy="250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45"/>
                </a:lnSpc>
                <a:spcBef>
                  <a:spcPct val="0"/>
                </a:spcBef>
              </a:pPr>
              <a:r>
                <a:rPr lang="en-US" sz="1204" b="1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Enhance Patient Care Efficiency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3479991" y="3320657"/>
            <a:ext cx="142949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sz="1899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2</a:t>
            </a: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1C2B30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3945" y="2659015"/>
            <a:ext cx="5256609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Future Enhancements</a:t>
            </a: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795441" y="1503492"/>
            <a:ext cx="2994150" cy="1722662"/>
            <a:chOff x="0" y="0"/>
            <a:chExt cx="6675120" cy="38404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75120" cy="3840480"/>
            </a:xfrm>
            <a:custGeom>
              <a:avLst/>
              <a:gdLst/>
              <a:ahLst/>
              <a:cxnLst/>
              <a:rect l="l" t="t" r="r" b="b"/>
              <a:pathLst>
                <a:path w="667512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528816" y="0"/>
                  </a:lnTo>
                  <a:cubicBezTo>
                    <a:pt x="6609588" y="0"/>
                    <a:pt x="6675120" y="65532"/>
                    <a:pt x="6675120" y="146304"/>
                  </a:cubicBezTo>
                  <a:lnTo>
                    <a:pt x="6675120" y="3694176"/>
                  </a:lnTo>
                  <a:cubicBezTo>
                    <a:pt x="6675120" y="3774948"/>
                    <a:pt x="6609588" y="3840480"/>
                    <a:pt x="652881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BFBFBF">
                <a:alpha val="61961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156842" y="1503492"/>
            <a:ext cx="2925180" cy="1682980"/>
            <a:chOff x="0" y="0"/>
            <a:chExt cx="6675120" cy="38404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75120" cy="3840480"/>
            </a:xfrm>
            <a:custGeom>
              <a:avLst/>
              <a:gdLst/>
              <a:ahLst/>
              <a:cxnLst/>
              <a:rect l="l" t="t" r="r" b="b"/>
              <a:pathLst>
                <a:path w="667512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528816" y="0"/>
                  </a:lnTo>
                  <a:cubicBezTo>
                    <a:pt x="6609588" y="0"/>
                    <a:pt x="6675120" y="65532"/>
                    <a:pt x="6675120" y="146304"/>
                  </a:cubicBezTo>
                  <a:lnTo>
                    <a:pt x="6675120" y="3694176"/>
                  </a:lnTo>
                  <a:cubicBezTo>
                    <a:pt x="6675120" y="3774948"/>
                    <a:pt x="6609588" y="3840480"/>
                    <a:pt x="652881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BFBFBF">
                <a:alpha val="6666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3204" y="1670919"/>
            <a:ext cx="459588" cy="4595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9BD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5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72595" y="6317275"/>
            <a:ext cx="2888790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Cambria"/>
                <a:ea typeface="Cambria"/>
                <a:cs typeface="Cambria"/>
                <a:sym typeface="Cambria"/>
              </a:rPr>
              <a:t>Samsung Innovation Campus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9288" y="366713"/>
            <a:ext cx="5824204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Future Enhancements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4079" y="2335457"/>
            <a:ext cx="281687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1104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Train the model on more data and richer features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85718" y="2335457"/>
            <a:ext cx="2700613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sz="11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Use the model's output as a risk score   not only a yes/no prediction.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285718" y="1731257"/>
            <a:ext cx="399250" cy="39925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9BD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5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97651" y="4171052"/>
            <a:ext cx="2994150" cy="1722662"/>
            <a:chOff x="0" y="0"/>
            <a:chExt cx="6675120" cy="38404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675120" cy="3840480"/>
            </a:xfrm>
            <a:custGeom>
              <a:avLst/>
              <a:gdLst/>
              <a:ahLst/>
              <a:cxnLst/>
              <a:rect l="l" t="t" r="r" b="b"/>
              <a:pathLst>
                <a:path w="6675120" h="3840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528816" y="0"/>
                  </a:lnTo>
                  <a:cubicBezTo>
                    <a:pt x="6609588" y="0"/>
                    <a:pt x="6675120" y="65532"/>
                    <a:pt x="6675120" y="146304"/>
                  </a:cubicBezTo>
                  <a:lnTo>
                    <a:pt x="6675120" y="3694176"/>
                  </a:lnTo>
                  <a:cubicBezTo>
                    <a:pt x="6675120" y="3774948"/>
                    <a:pt x="6609588" y="3840480"/>
                    <a:pt x="652881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BFBFBF">
                <a:alpha val="61961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32209" y="4363022"/>
            <a:ext cx="459588" cy="459588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9BD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5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156842" y="4171052"/>
            <a:ext cx="2925180" cy="1722662"/>
            <a:chOff x="0" y="0"/>
            <a:chExt cx="6521359" cy="38404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521360" cy="3840480"/>
            </a:xfrm>
            <a:custGeom>
              <a:avLst/>
              <a:gdLst/>
              <a:ahLst/>
              <a:cxnLst/>
              <a:rect l="l" t="t" r="r" b="b"/>
              <a:pathLst>
                <a:path w="6521360" h="3840480">
                  <a:moveTo>
                    <a:pt x="0" y="146304"/>
                  </a:moveTo>
                  <a:cubicBezTo>
                    <a:pt x="0" y="65532"/>
                    <a:pt x="64022" y="0"/>
                    <a:pt x="142934" y="0"/>
                  </a:cubicBezTo>
                  <a:lnTo>
                    <a:pt x="6378426" y="0"/>
                  </a:lnTo>
                  <a:cubicBezTo>
                    <a:pt x="6457337" y="0"/>
                    <a:pt x="6521360" y="65532"/>
                    <a:pt x="6521360" y="146304"/>
                  </a:cubicBezTo>
                  <a:lnTo>
                    <a:pt x="6521360" y="3694176"/>
                  </a:lnTo>
                  <a:cubicBezTo>
                    <a:pt x="6521360" y="3774948"/>
                    <a:pt x="6457337" y="3840480"/>
                    <a:pt x="6378426" y="3840480"/>
                  </a:cubicBezTo>
                  <a:lnTo>
                    <a:pt x="142934" y="3840480"/>
                  </a:lnTo>
                  <a:cubicBezTo>
                    <a:pt x="6402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BFBFBF">
                <a:alpha val="61961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85343" y="4363022"/>
            <a:ext cx="459588" cy="459588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9BD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5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26138" y="5103597"/>
            <a:ext cx="1932756" cy="17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1104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Develop a medical application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485343" y="5117885"/>
            <a:ext cx="2380878" cy="17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5"/>
              </a:lnSpc>
              <a:spcBef>
                <a:spcPct val="0"/>
              </a:spcBef>
            </a:pPr>
            <a:r>
              <a:rPr lang="en-US" sz="1104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Continuous monitoring and updating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423252" y="1806764"/>
            <a:ext cx="124182" cy="24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  <a:spcBef>
                <a:spcPct val="0"/>
              </a:spcBef>
            </a:pPr>
            <a:r>
              <a:rPr lang="en-US" sz="165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01523" y="1757838"/>
            <a:ext cx="142949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sz="1899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90528" y="4449941"/>
            <a:ext cx="142949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sz="1899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43662" y="4449941"/>
            <a:ext cx="142949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sz="1899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4</a:t>
            </a: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6485" y="5257642"/>
            <a:ext cx="9309849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BFBFBF"/>
                </a:solidFill>
                <a:latin typeface="Cambria"/>
                <a:ea typeface="Cambria"/>
                <a:cs typeface="Cambria"/>
                <a:sym typeface="Cambria"/>
              </a:rPr>
              <a:t>ⓒ2020 SAMSUNG. All rights reserved.</a:t>
            </a:r>
          </a:p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BFBFBF"/>
                </a:solidFill>
                <a:latin typeface="Cambria"/>
                <a:ea typeface="Cambria"/>
                <a:cs typeface="Cambria"/>
                <a:sym typeface="Cambria"/>
              </a:rPr>
              <a:t>Samsung Electronics Corporate Citizenship Office holds the copyright of book.</a:t>
            </a:r>
          </a:p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BFBFBF"/>
                </a:solidFill>
                <a:latin typeface="Cambria"/>
                <a:ea typeface="Cambria"/>
                <a:cs typeface="Cambria"/>
                <a:sym typeface="Cambria"/>
              </a:rPr>
              <a:t>This book is a literary property protected by copyright law so reprint and reproduction without permission are prohibited. </a:t>
            </a:r>
          </a:p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BFBFBF"/>
                </a:solidFill>
                <a:latin typeface="Cambria"/>
                <a:ea typeface="Cambria"/>
                <a:cs typeface="Cambria"/>
                <a:sym typeface="Cambria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sp>
        <p:nvSpPr>
          <p:cNvPr id="3" name="Freeform 3"/>
          <p:cNvSpPr/>
          <p:nvPr/>
        </p:nvSpPr>
        <p:spPr>
          <a:xfrm>
            <a:off x="8066551" y="403955"/>
            <a:ext cx="1360961" cy="210188"/>
          </a:xfrm>
          <a:custGeom>
            <a:avLst/>
            <a:gdLst/>
            <a:ahLst/>
            <a:cxnLst/>
            <a:rect l="l" t="t" r="r" b="b"/>
            <a:pathLst>
              <a:path w="1360961" h="210188">
                <a:moveTo>
                  <a:pt x="0" y="0"/>
                </a:moveTo>
                <a:lnTo>
                  <a:pt x="1360961" y="0"/>
                </a:lnTo>
                <a:lnTo>
                  <a:pt x="1360961" y="210188"/>
                </a:lnTo>
                <a:lnTo>
                  <a:pt x="0" y="2101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070" b="-207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3271256" y="2628881"/>
            <a:ext cx="3360306" cy="1102138"/>
            <a:chOff x="0" y="0"/>
            <a:chExt cx="4480408" cy="1469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80433" cy="1469517"/>
            </a:xfrm>
            <a:custGeom>
              <a:avLst/>
              <a:gdLst/>
              <a:ahLst/>
              <a:cxnLst/>
              <a:rect l="l" t="t" r="r" b="b"/>
              <a:pathLst>
                <a:path w="4480433" h="1469517">
                  <a:moveTo>
                    <a:pt x="0" y="0"/>
                  </a:moveTo>
                  <a:lnTo>
                    <a:pt x="4480433" y="0"/>
                  </a:lnTo>
                  <a:lnTo>
                    <a:pt x="4480433" y="1469517"/>
                  </a:lnTo>
                  <a:lnTo>
                    <a:pt x="0" y="146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1" b="-1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1429</Words>
  <Application>Microsoft Office PowerPoint</Application>
  <PresentationFormat>Custom</PresentationFormat>
  <Paragraphs>385</Paragraphs>
  <Slides>35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Cambria</vt:lpstr>
      <vt:lpstr>Calibri (MS)</vt:lpstr>
      <vt:lpstr>Arial</vt:lpstr>
      <vt:lpstr>Calibri</vt:lpstr>
      <vt:lpstr>Arimo</vt:lpstr>
      <vt:lpstr>Calibri (MS) Bold</vt:lpstr>
      <vt:lpstr>Cambria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3 _ Capstone2_SIC8.pptx.pptx</dc:title>
  <cp:lastModifiedBy>Osama Mohamed Kassem</cp:lastModifiedBy>
  <cp:revision>2</cp:revision>
  <dcterms:created xsi:type="dcterms:W3CDTF">2006-08-16T00:00:00Z</dcterms:created>
  <dcterms:modified xsi:type="dcterms:W3CDTF">2026-09-04T20:22:27Z</dcterms:modified>
  <dc:identifier>DAHSLDqXmwI</dc:identifier>
</cp:coreProperties>
</file>